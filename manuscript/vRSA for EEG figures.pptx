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7858-69B8-49D2-A788-3D478CE9B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E890F-BA6D-440D-9138-F4F25D1E8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E2E29-2B9D-4B0A-BC6C-77A9DA32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DC204-C7D2-41EE-BA78-24DAC28C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80B3B-E75D-4F4D-8321-6319B64B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3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E4E8-CA96-4BED-AE9F-61A5F191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DBDE-EF9C-4DE2-BE86-0D7B9EF8B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8DA19-A337-4BE6-BCBD-27BAF982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DCEE0-BCB6-4BA3-A80D-6D7EAAF9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7BE1F-2ED9-4793-816F-5A42C156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58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7D84-8A0E-4588-A38D-6ACB4306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34B4E-9C7C-4EA9-A241-160433AFA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826B9-70B6-4539-B0F2-D111A4B1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53A5A-F735-4053-A3F2-E8FCDF98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B2D2-B8EA-4490-B780-0C131803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9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8673-DCC5-48E4-BA11-B948DE9BE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C82A1-4873-46E7-915F-BE62A0447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B6783-7A9D-4C65-9F3C-E8F3C6C60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82B5B-CA05-42F1-A8C7-8478D625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202D2-856D-4FD1-B578-5CEBA6A9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4592E-F63C-42DB-9EA1-F3BA05D3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33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E9FC-04A6-432C-AFD9-6D265F1F4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BD640-0105-448F-8B0D-421759B94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68CB9-54CF-485A-9C41-06C03ADAA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378AC-503E-4CC9-ABE4-720C8ACDB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7EEAB-5AA4-458D-BCCF-42DC2A3F3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19175-F512-4185-9D2D-850E4C45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C8544-130B-4E1E-9E69-ED9037D6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8A545-44E1-4717-874F-4B8C2CDD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8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A37B-00D6-4638-B4E9-87340180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64C59-216A-487B-BD3B-B9BC8C3E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E97E7-6766-44BC-935D-D6B40DE3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016F2-9681-450E-BDE6-2D322697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756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39B6B-7BBB-45BF-87F6-92688759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D5372-3653-4CAA-A322-55941681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B36E4-7615-405F-995E-819EC397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637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6294-62B3-470A-8CC8-9361265A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150D5-72DA-411E-A452-330FA8CA1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6F432-AFE0-4BF0-A620-11AEC5F2D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6D065-0FA9-4DEB-9EFA-32408F17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7B3E0-C844-47D7-9C04-9A4D7DA7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090E7-4CAB-4818-AFCF-747A8894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71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AA72-A00A-4A38-BD42-E311ECE7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20DC1-CBB2-4040-A381-6DB33AA0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2AA40-A365-4C5F-AB6A-51E1C9248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942C5-B2EF-42C9-84A6-AE0B8F34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22AFE-EA8A-497B-BB55-B7172061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36804-7B32-4272-9098-F869BE39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94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EB85-DBF9-4139-9B38-D1269AB2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F2D9C-0534-4792-AF2D-E06246580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B19F6-2872-453B-81C7-6124CE59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876A2-B8A7-4C1C-9A87-2A1095244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6A75D-2B2F-4776-BBF4-69C3F9F0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92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BD623-AD13-410D-B62A-6EA030CFF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7FFCB-77AA-4109-9486-C2ECBB1B6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E518C-909C-4117-9FD7-13B05D34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3C382-5827-4694-914C-6C092E38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259B7-EE33-4BBF-B815-E916971B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40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71BB8-4BD7-4768-984B-184CE06C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2180E-3780-46B7-9FFB-11D09E11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73668-B7D1-46AC-80B8-B470027DB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D000F-397A-4CD1-A356-A3B29D96153E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F1D8-7661-4513-A320-0010C83C4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74182-6DD8-458D-A8A0-98A8C1C24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3F6A0-142B-465E-B99A-1DE09E6D29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87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" name="TextBox 4832">
            <a:extLst>
              <a:ext uri="{FF2B5EF4-FFF2-40B4-BE49-F238E27FC236}">
                <a16:creationId xmlns:a16="http://schemas.microsoft.com/office/drawing/2014/main" id="{DF4CE854-910C-4500-8ED9-9B1A218643E9}"/>
              </a:ext>
            </a:extLst>
          </p:cNvPr>
          <p:cNvSpPr txBox="1"/>
          <p:nvPr/>
        </p:nvSpPr>
        <p:spPr>
          <a:xfrm>
            <a:off x="1374745" y="860735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4834" name="TextBox 4833">
            <a:extLst>
              <a:ext uri="{FF2B5EF4-FFF2-40B4-BE49-F238E27FC236}">
                <a16:creationId xmlns:a16="http://schemas.microsoft.com/office/drawing/2014/main" id="{9FEFF9A4-363B-4114-ABA2-4325A2E88455}"/>
              </a:ext>
            </a:extLst>
          </p:cNvPr>
          <p:cNvSpPr txBox="1"/>
          <p:nvPr/>
        </p:nvSpPr>
        <p:spPr>
          <a:xfrm>
            <a:off x="5725198" y="8607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</a:t>
            </a:r>
          </a:p>
        </p:txBody>
      </p:sp>
      <p:pic>
        <p:nvPicPr>
          <p:cNvPr id="4838" name="Picture 4837">
            <a:extLst>
              <a:ext uri="{FF2B5EF4-FFF2-40B4-BE49-F238E27FC236}">
                <a16:creationId xmlns:a16="http://schemas.microsoft.com/office/drawing/2014/main" id="{71BE1A2D-C29C-4B07-B4E0-635D941F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873955"/>
            <a:ext cx="8001000" cy="5991225"/>
          </a:xfrm>
          <a:prstGeom prst="rect">
            <a:avLst/>
          </a:prstGeom>
        </p:spPr>
      </p:pic>
      <p:pic>
        <p:nvPicPr>
          <p:cNvPr id="4840" name="Picture 4839">
            <a:extLst>
              <a:ext uri="{FF2B5EF4-FFF2-40B4-BE49-F238E27FC236}">
                <a16:creationId xmlns:a16="http://schemas.microsoft.com/office/drawing/2014/main" id="{BCC26D9C-97CA-433F-97AE-17383F377E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5" b="32086"/>
          <a:stretch/>
        </p:blipFill>
        <p:spPr>
          <a:xfrm>
            <a:off x="1315720" y="868875"/>
            <a:ext cx="7703820" cy="40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3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>
            <a:extLst>
              <a:ext uri="{FF2B5EF4-FFF2-40B4-BE49-F238E27FC236}">
                <a16:creationId xmlns:a16="http://schemas.microsoft.com/office/drawing/2014/main" id="{D1D70C00-7261-4B5F-AC28-444BE36EB08B}"/>
              </a:ext>
            </a:extLst>
          </p:cNvPr>
          <p:cNvSpPr/>
          <p:nvPr/>
        </p:nvSpPr>
        <p:spPr>
          <a:xfrm>
            <a:off x="2540460" y="1248254"/>
            <a:ext cx="5159533" cy="2556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C1B5F26-F844-4B73-86A9-874E4E36B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1501776"/>
            <a:ext cx="1736725" cy="1733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C9267342-B892-4D17-8245-F8C9B331C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3235326"/>
            <a:ext cx="173672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F71375E8-DBE3-439A-8D07-A1FA6DDD3E3C}"/>
              </a:ext>
            </a:extLst>
          </p:cNvPr>
          <p:cNvSpPr>
            <a:spLocks noEditPoints="1"/>
          </p:cNvSpPr>
          <p:nvPr/>
        </p:nvSpPr>
        <p:spPr bwMode="auto">
          <a:xfrm>
            <a:off x="3079750" y="1506538"/>
            <a:ext cx="331788" cy="1728788"/>
          </a:xfrm>
          <a:custGeom>
            <a:avLst/>
            <a:gdLst>
              <a:gd name="T0" fmla="*/ 2 w 209"/>
              <a:gd name="T1" fmla="*/ 1089 h 1089"/>
              <a:gd name="T2" fmla="*/ 2 w 209"/>
              <a:gd name="T3" fmla="*/ 1089 h 1089"/>
              <a:gd name="T4" fmla="*/ 3 w 209"/>
              <a:gd name="T5" fmla="*/ 1089 h 1089"/>
              <a:gd name="T6" fmla="*/ 7 w 209"/>
              <a:gd name="T7" fmla="*/ 1089 h 1089"/>
              <a:gd name="T8" fmla="*/ 14 w 209"/>
              <a:gd name="T9" fmla="*/ 1089 h 1089"/>
              <a:gd name="T10" fmla="*/ 22 w 209"/>
              <a:gd name="T11" fmla="*/ 1089 h 1089"/>
              <a:gd name="T12" fmla="*/ 30 w 209"/>
              <a:gd name="T13" fmla="*/ 1089 h 1089"/>
              <a:gd name="T14" fmla="*/ 37 w 209"/>
              <a:gd name="T15" fmla="*/ 1089 h 1089"/>
              <a:gd name="T16" fmla="*/ 45 w 209"/>
              <a:gd name="T17" fmla="*/ 1089 h 1089"/>
              <a:gd name="T18" fmla="*/ 53 w 209"/>
              <a:gd name="T19" fmla="*/ 1089 h 1089"/>
              <a:gd name="T20" fmla="*/ 60 w 209"/>
              <a:gd name="T21" fmla="*/ 1089 h 1089"/>
              <a:gd name="T22" fmla="*/ 68 w 209"/>
              <a:gd name="T23" fmla="*/ 1089 h 1089"/>
              <a:gd name="T24" fmla="*/ 76 w 209"/>
              <a:gd name="T25" fmla="*/ 1089 h 1089"/>
              <a:gd name="T26" fmla="*/ 83 w 209"/>
              <a:gd name="T27" fmla="*/ 1089 h 1089"/>
              <a:gd name="T28" fmla="*/ 91 w 209"/>
              <a:gd name="T29" fmla="*/ 1089 h 1089"/>
              <a:gd name="T30" fmla="*/ 99 w 209"/>
              <a:gd name="T31" fmla="*/ 1089 h 1089"/>
              <a:gd name="T32" fmla="*/ 106 w 209"/>
              <a:gd name="T33" fmla="*/ 1089 h 1089"/>
              <a:gd name="T34" fmla="*/ 114 w 209"/>
              <a:gd name="T35" fmla="*/ 1089 h 1089"/>
              <a:gd name="T36" fmla="*/ 122 w 209"/>
              <a:gd name="T37" fmla="*/ 1089 h 1089"/>
              <a:gd name="T38" fmla="*/ 129 w 209"/>
              <a:gd name="T39" fmla="*/ 1089 h 1089"/>
              <a:gd name="T40" fmla="*/ 137 w 209"/>
              <a:gd name="T41" fmla="*/ 1089 h 1089"/>
              <a:gd name="T42" fmla="*/ 144 w 209"/>
              <a:gd name="T43" fmla="*/ 1089 h 1089"/>
              <a:gd name="T44" fmla="*/ 152 w 209"/>
              <a:gd name="T45" fmla="*/ 1089 h 1089"/>
              <a:gd name="T46" fmla="*/ 160 w 209"/>
              <a:gd name="T47" fmla="*/ 1089 h 1089"/>
              <a:gd name="T48" fmla="*/ 168 w 209"/>
              <a:gd name="T49" fmla="*/ 1089 h 1089"/>
              <a:gd name="T50" fmla="*/ 175 w 209"/>
              <a:gd name="T51" fmla="*/ 1089 h 1089"/>
              <a:gd name="T52" fmla="*/ 183 w 209"/>
              <a:gd name="T53" fmla="*/ 1089 h 1089"/>
              <a:gd name="T54" fmla="*/ 191 w 209"/>
              <a:gd name="T55" fmla="*/ 1089 h 1089"/>
              <a:gd name="T56" fmla="*/ 198 w 209"/>
              <a:gd name="T57" fmla="*/ 1089 h 1089"/>
              <a:gd name="T58" fmla="*/ 205 w 209"/>
              <a:gd name="T59" fmla="*/ 1089 h 1089"/>
              <a:gd name="T60" fmla="*/ 197 w 209"/>
              <a:gd name="T61" fmla="*/ 1089 h 1089"/>
              <a:gd name="T62" fmla="*/ 190 w 209"/>
              <a:gd name="T63" fmla="*/ 1089 h 1089"/>
              <a:gd name="T64" fmla="*/ 182 w 209"/>
              <a:gd name="T65" fmla="*/ 1089 h 1089"/>
              <a:gd name="T66" fmla="*/ 174 w 209"/>
              <a:gd name="T67" fmla="*/ 1089 h 1089"/>
              <a:gd name="T68" fmla="*/ 167 w 209"/>
              <a:gd name="T69" fmla="*/ 1086 h 1089"/>
              <a:gd name="T70" fmla="*/ 159 w 209"/>
              <a:gd name="T71" fmla="*/ 1077 h 1089"/>
              <a:gd name="T72" fmla="*/ 151 w 209"/>
              <a:gd name="T73" fmla="*/ 1050 h 1089"/>
              <a:gd name="T74" fmla="*/ 144 w 209"/>
              <a:gd name="T75" fmla="*/ 983 h 1089"/>
              <a:gd name="T76" fmla="*/ 136 w 209"/>
              <a:gd name="T77" fmla="*/ 848 h 1089"/>
              <a:gd name="T78" fmla="*/ 128 w 209"/>
              <a:gd name="T79" fmla="*/ 631 h 1089"/>
              <a:gd name="T80" fmla="*/ 120 w 209"/>
              <a:gd name="T81" fmla="*/ 359 h 1089"/>
              <a:gd name="T82" fmla="*/ 113 w 209"/>
              <a:gd name="T83" fmla="*/ 116 h 1089"/>
              <a:gd name="T84" fmla="*/ 105 w 209"/>
              <a:gd name="T85" fmla="*/ 1 h 1089"/>
              <a:gd name="T86" fmla="*/ 98 w 209"/>
              <a:gd name="T87" fmla="*/ 70 h 1089"/>
              <a:gd name="T88" fmla="*/ 90 w 209"/>
              <a:gd name="T89" fmla="*/ 290 h 1089"/>
              <a:gd name="T90" fmla="*/ 82 w 209"/>
              <a:gd name="T91" fmla="*/ 564 h 1089"/>
              <a:gd name="T92" fmla="*/ 75 w 209"/>
              <a:gd name="T93" fmla="*/ 800 h 1089"/>
              <a:gd name="T94" fmla="*/ 67 w 209"/>
              <a:gd name="T95" fmla="*/ 956 h 1089"/>
              <a:gd name="T96" fmla="*/ 59 w 209"/>
              <a:gd name="T97" fmla="*/ 1038 h 1089"/>
              <a:gd name="T98" fmla="*/ 52 w 209"/>
              <a:gd name="T99" fmla="*/ 1073 h 1089"/>
              <a:gd name="T100" fmla="*/ 44 w 209"/>
              <a:gd name="T101" fmla="*/ 1085 h 1089"/>
              <a:gd name="T102" fmla="*/ 36 w 209"/>
              <a:gd name="T103" fmla="*/ 1089 h 1089"/>
              <a:gd name="T104" fmla="*/ 29 w 209"/>
              <a:gd name="T105" fmla="*/ 1089 h 1089"/>
              <a:gd name="T106" fmla="*/ 21 w 209"/>
              <a:gd name="T107" fmla="*/ 1089 h 1089"/>
              <a:gd name="T108" fmla="*/ 13 w 209"/>
              <a:gd name="T109" fmla="*/ 1089 h 1089"/>
              <a:gd name="T110" fmla="*/ 5 w 209"/>
              <a:gd name="T111" fmla="*/ 1089 h 1089"/>
              <a:gd name="T112" fmla="*/ 205 w 209"/>
              <a:gd name="T113" fmla="*/ 1089 h 1089"/>
              <a:gd name="T114" fmla="*/ 206 w 209"/>
              <a:gd name="T115" fmla="*/ 1089 h 1089"/>
              <a:gd name="T116" fmla="*/ 208 w 209"/>
              <a:gd name="T117" fmla="*/ 1089 h 1089"/>
              <a:gd name="T118" fmla="*/ 208 w 209"/>
              <a:gd name="T119" fmla="*/ 1089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9" h="1089">
                <a:moveTo>
                  <a:pt x="0" y="1089"/>
                </a:moveTo>
                <a:lnTo>
                  <a:pt x="1" y="1089"/>
                </a:lnTo>
                <a:lnTo>
                  <a:pt x="1" y="1089"/>
                </a:lnTo>
                <a:lnTo>
                  <a:pt x="0" y="1089"/>
                </a:lnTo>
                <a:close/>
                <a:moveTo>
                  <a:pt x="1" y="1089"/>
                </a:moveTo>
                <a:lnTo>
                  <a:pt x="1" y="1089"/>
                </a:lnTo>
                <a:lnTo>
                  <a:pt x="2" y="1089"/>
                </a:lnTo>
                <a:lnTo>
                  <a:pt x="1" y="1089"/>
                </a:lnTo>
                <a:close/>
                <a:moveTo>
                  <a:pt x="1" y="1089"/>
                </a:moveTo>
                <a:lnTo>
                  <a:pt x="2" y="1089"/>
                </a:lnTo>
                <a:lnTo>
                  <a:pt x="2" y="1089"/>
                </a:lnTo>
                <a:lnTo>
                  <a:pt x="1" y="1089"/>
                </a:lnTo>
                <a:close/>
                <a:moveTo>
                  <a:pt x="2" y="1089"/>
                </a:moveTo>
                <a:lnTo>
                  <a:pt x="2" y="1089"/>
                </a:lnTo>
                <a:lnTo>
                  <a:pt x="3" y="1089"/>
                </a:lnTo>
                <a:lnTo>
                  <a:pt x="2" y="1089"/>
                </a:lnTo>
                <a:close/>
                <a:moveTo>
                  <a:pt x="2" y="1089"/>
                </a:moveTo>
                <a:lnTo>
                  <a:pt x="3" y="1089"/>
                </a:lnTo>
                <a:lnTo>
                  <a:pt x="3" y="1089"/>
                </a:lnTo>
                <a:lnTo>
                  <a:pt x="2" y="1089"/>
                </a:lnTo>
                <a:close/>
                <a:moveTo>
                  <a:pt x="3" y="1089"/>
                </a:moveTo>
                <a:lnTo>
                  <a:pt x="3" y="1089"/>
                </a:lnTo>
                <a:lnTo>
                  <a:pt x="4" y="1089"/>
                </a:lnTo>
                <a:lnTo>
                  <a:pt x="3" y="1089"/>
                </a:lnTo>
                <a:close/>
                <a:moveTo>
                  <a:pt x="3" y="1089"/>
                </a:moveTo>
                <a:lnTo>
                  <a:pt x="4" y="1089"/>
                </a:lnTo>
                <a:lnTo>
                  <a:pt x="5" y="1089"/>
                </a:lnTo>
                <a:lnTo>
                  <a:pt x="7" y="1089"/>
                </a:lnTo>
                <a:lnTo>
                  <a:pt x="8" y="1089"/>
                </a:lnTo>
                <a:lnTo>
                  <a:pt x="9" y="1089"/>
                </a:lnTo>
                <a:lnTo>
                  <a:pt x="10" y="1089"/>
                </a:lnTo>
                <a:lnTo>
                  <a:pt x="11" y="1089"/>
                </a:lnTo>
                <a:lnTo>
                  <a:pt x="12" y="1089"/>
                </a:lnTo>
                <a:lnTo>
                  <a:pt x="13" y="1089"/>
                </a:lnTo>
                <a:lnTo>
                  <a:pt x="14" y="1089"/>
                </a:lnTo>
                <a:lnTo>
                  <a:pt x="16" y="1089"/>
                </a:lnTo>
                <a:lnTo>
                  <a:pt x="16" y="1089"/>
                </a:lnTo>
                <a:lnTo>
                  <a:pt x="17" y="1089"/>
                </a:lnTo>
                <a:lnTo>
                  <a:pt x="19" y="1089"/>
                </a:lnTo>
                <a:lnTo>
                  <a:pt x="20" y="1089"/>
                </a:lnTo>
                <a:lnTo>
                  <a:pt x="21" y="1089"/>
                </a:lnTo>
                <a:lnTo>
                  <a:pt x="22" y="1089"/>
                </a:lnTo>
                <a:lnTo>
                  <a:pt x="23" y="1089"/>
                </a:lnTo>
                <a:lnTo>
                  <a:pt x="24" y="1089"/>
                </a:lnTo>
                <a:lnTo>
                  <a:pt x="25" y="1089"/>
                </a:lnTo>
                <a:lnTo>
                  <a:pt x="27" y="1089"/>
                </a:lnTo>
                <a:lnTo>
                  <a:pt x="28" y="1089"/>
                </a:lnTo>
                <a:lnTo>
                  <a:pt x="29" y="1089"/>
                </a:lnTo>
                <a:lnTo>
                  <a:pt x="30" y="1089"/>
                </a:lnTo>
                <a:lnTo>
                  <a:pt x="31" y="1089"/>
                </a:lnTo>
                <a:lnTo>
                  <a:pt x="32" y="1089"/>
                </a:lnTo>
                <a:lnTo>
                  <a:pt x="33" y="1089"/>
                </a:lnTo>
                <a:lnTo>
                  <a:pt x="34" y="1089"/>
                </a:lnTo>
                <a:lnTo>
                  <a:pt x="35" y="1089"/>
                </a:lnTo>
                <a:lnTo>
                  <a:pt x="36" y="1089"/>
                </a:lnTo>
                <a:lnTo>
                  <a:pt x="37" y="1089"/>
                </a:lnTo>
                <a:lnTo>
                  <a:pt x="39" y="1089"/>
                </a:lnTo>
                <a:lnTo>
                  <a:pt x="40" y="1089"/>
                </a:lnTo>
                <a:lnTo>
                  <a:pt x="41" y="1089"/>
                </a:lnTo>
                <a:lnTo>
                  <a:pt x="42" y="1089"/>
                </a:lnTo>
                <a:lnTo>
                  <a:pt x="43" y="1089"/>
                </a:lnTo>
                <a:lnTo>
                  <a:pt x="44" y="1089"/>
                </a:lnTo>
                <a:lnTo>
                  <a:pt x="45" y="1089"/>
                </a:lnTo>
                <a:lnTo>
                  <a:pt x="46" y="1089"/>
                </a:lnTo>
                <a:lnTo>
                  <a:pt x="47" y="1089"/>
                </a:lnTo>
                <a:lnTo>
                  <a:pt x="48" y="1089"/>
                </a:lnTo>
                <a:lnTo>
                  <a:pt x="49" y="1089"/>
                </a:lnTo>
                <a:lnTo>
                  <a:pt x="51" y="1089"/>
                </a:lnTo>
                <a:lnTo>
                  <a:pt x="52" y="1089"/>
                </a:lnTo>
                <a:lnTo>
                  <a:pt x="53" y="1089"/>
                </a:lnTo>
                <a:lnTo>
                  <a:pt x="54" y="1089"/>
                </a:lnTo>
                <a:lnTo>
                  <a:pt x="55" y="1089"/>
                </a:lnTo>
                <a:lnTo>
                  <a:pt x="56" y="1089"/>
                </a:lnTo>
                <a:lnTo>
                  <a:pt x="57" y="1089"/>
                </a:lnTo>
                <a:lnTo>
                  <a:pt x="58" y="1089"/>
                </a:lnTo>
                <a:lnTo>
                  <a:pt x="59" y="1089"/>
                </a:lnTo>
                <a:lnTo>
                  <a:pt x="60" y="1089"/>
                </a:lnTo>
                <a:lnTo>
                  <a:pt x="61" y="1089"/>
                </a:lnTo>
                <a:lnTo>
                  <a:pt x="63" y="1089"/>
                </a:lnTo>
                <a:lnTo>
                  <a:pt x="64" y="1089"/>
                </a:lnTo>
                <a:lnTo>
                  <a:pt x="65" y="1089"/>
                </a:lnTo>
                <a:lnTo>
                  <a:pt x="66" y="1089"/>
                </a:lnTo>
                <a:lnTo>
                  <a:pt x="67" y="1089"/>
                </a:lnTo>
                <a:lnTo>
                  <a:pt x="68" y="1089"/>
                </a:lnTo>
                <a:lnTo>
                  <a:pt x="69" y="1089"/>
                </a:lnTo>
                <a:lnTo>
                  <a:pt x="70" y="1089"/>
                </a:lnTo>
                <a:lnTo>
                  <a:pt x="71" y="1089"/>
                </a:lnTo>
                <a:lnTo>
                  <a:pt x="72" y="1089"/>
                </a:lnTo>
                <a:lnTo>
                  <a:pt x="73" y="1089"/>
                </a:lnTo>
                <a:lnTo>
                  <a:pt x="75" y="1089"/>
                </a:lnTo>
                <a:lnTo>
                  <a:pt x="76" y="1089"/>
                </a:lnTo>
                <a:lnTo>
                  <a:pt x="77" y="1089"/>
                </a:lnTo>
                <a:lnTo>
                  <a:pt x="78" y="1089"/>
                </a:lnTo>
                <a:lnTo>
                  <a:pt x="79" y="1089"/>
                </a:lnTo>
                <a:lnTo>
                  <a:pt x="80" y="1089"/>
                </a:lnTo>
                <a:lnTo>
                  <a:pt x="81" y="1089"/>
                </a:lnTo>
                <a:lnTo>
                  <a:pt x="82" y="1089"/>
                </a:lnTo>
                <a:lnTo>
                  <a:pt x="83" y="1089"/>
                </a:lnTo>
                <a:lnTo>
                  <a:pt x="84" y="1089"/>
                </a:lnTo>
                <a:lnTo>
                  <a:pt x="85" y="1089"/>
                </a:lnTo>
                <a:lnTo>
                  <a:pt x="87" y="1089"/>
                </a:lnTo>
                <a:lnTo>
                  <a:pt x="88" y="1089"/>
                </a:lnTo>
                <a:lnTo>
                  <a:pt x="89" y="1089"/>
                </a:lnTo>
                <a:lnTo>
                  <a:pt x="90" y="1089"/>
                </a:lnTo>
                <a:lnTo>
                  <a:pt x="91" y="1089"/>
                </a:lnTo>
                <a:lnTo>
                  <a:pt x="92" y="1089"/>
                </a:lnTo>
                <a:lnTo>
                  <a:pt x="93" y="1089"/>
                </a:lnTo>
                <a:lnTo>
                  <a:pt x="94" y="1089"/>
                </a:lnTo>
                <a:lnTo>
                  <a:pt x="95" y="1089"/>
                </a:lnTo>
                <a:lnTo>
                  <a:pt x="96" y="1089"/>
                </a:lnTo>
                <a:lnTo>
                  <a:pt x="98" y="1089"/>
                </a:lnTo>
                <a:lnTo>
                  <a:pt x="99" y="1089"/>
                </a:lnTo>
                <a:lnTo>
                  <a:pt x="100" y="1089"/>
                </a:lnTo>
                <a:lnTo>
                  <a:pt x="101" y="1089"/>
                </a:lnTo>
                <a:lnTo>
                  <a:pt x="102" y="1089"/>
                </a:lnTo>
                <a:lnTo>
                  <a:pt x="103" y="1089"/>
                </a:lnTo>
                <a:lnTo>
                  <a:pt x="104" y="1089"/>
                </a:lnTo>
                <a:lnTo>
                  <a:pt x="105" y="1089"/>
                </a:lnTo>
                <a:lnTo>
                  <a:pt x="106" y="1089"/>
                </a:lnTo>
                <a:lnTo>
                  <a:pt x="107" y="1089"/>
                </a:lnTo>
                <a:lnTo>
                  <a:pt x="108" y="1089"/>
                </a:lnTo>
                <a:lnTo>
                  <a:pt x="110" y="1089"/>
                </a:lnTo>
                <a:lnTo>
                  <a:pt x="111" y="1089"/>
                </a:lnTo>
                <a:lnTo>
                  <a:pt x="112" y="1089"/>
                </a:lnTo>
                <a:lnTo>
                  <a:pt x="113" y="1089"/>
                </a:lnTo>
                <a:lnTo>
                  <a:pt x="114" y="1089"/>
                </a:lnTo>
                <a:lnTo>
                  <a:pt x="115" y="1089"/>
                </a:lnTo>
                <a:lnTo>
                  <a:pt x="116" y="1089"/>
                </a:lnTo>
                <a:lnTo>
                  <a:pt x="117" y="1089"/>
                </a:lnTo>
                <a:lnTo>
                  <a:pt x="119" y="1089"/>
                </a:lnTo>
                <a:lnTo>
                  <a:pt x="119" y="1089"/>
                </a:lnTo>
                <a:lnTo>
                  <a:pt x="120" y="1089"/>
                </a:lnTo>
                <a:lnTo>
                  <a:pt x="122" y="1089"/>
                </a:lnTo>
                <a:lnTo>
                  <a:pt x="123" y="1089"/>
                </a:lnTo>
                <a:lnTo>
                  <a:pt x="124" y="1089"/>
                </a:lnTo>
                <a:lnTo>
                  <a:pt x="125" y="1089"/>
                </a:lnTo>
                <a:lnTo>
                  <a:pt x="126" y="1089"/>
                </a:lnTo>
                <a:lnTo>
                  <a:pt x="127" y="1089"/>
                </a:lnTo>
                <a:lnTo>
                  <a:pt x="128" y="1089"/>
                </a:lnTo>
                <a:lnTo>
                  <a:pt x="129" y="1089"/>
                </a:lnTo>
                <a:lnTo>
                  <a:pt x="131" y="1089"/>
                </a:lnTo>
                <a:lnTo>
                  <a:pt x="132" y="1089"/>
                </a:lnTo>
                <a:lnTo>
                  <a:pt x="132" y="1089"/>
                </a:lnTo>
                <a:lnTo>
                  <a:pt x="134" y="1089"/>
                </a:lnTo>
                <a:lnTo>
                  <a:pt x="135" y="1089"/>
                </a:lnTo>
                <a:lnTo>
                  <a:pt x="136" y="1089"/>
                </a:lnTo>
                <a:lnTo>
                  <a:pt x="137" y="1089"/>
                </a:lnTo>
                <a:lnTo>
                  <a:pt x="138" y="1089"/>
                </a:lnTo>
                <a:lnTo>
                  <a:pt x="139" y="1089"/>
                </a:lnTo>
                <a:lnTo>
                  <a:pt x="140" y="1089"/>
                </a:lnTo>
                <a:lnTo>
                  <a:pt x="141" y="1089"/>
                </a:lnTo>
                <a:lnTo>
                  <a:pt x="143" y="1089"/>
                </a:lnTo>
                <a:lnTo>
                  <a:pt x="144" y="1089"/>
                </a:lnTo>
                <a:lnTo>
                  <a:pt x="144" y="1089"/>
                </a:lnTo>
                <a:lnTo>
                  <a:pt x="146" y="1089"/>
                </a:lnTo>
                <a:lnTo>
                  <a:pt x="147" y="1089"/>
                </a:lnTo>
                <a:lnTo>
                  <a:pt x="148" y="1089"/>
                </a:lnTo>
                <a:lnTo>
                  <a:pt x="149" y="1089"/>
                </a:lnTo>
                <a:lnTo>
                  <a:pt x="150" y="1089"/>
                </a:lnTo>
                <a:lnTo>
                  <a:pt x="151" y="1089"/>
                </a:lnTo>
                <a:lnTo>
                  <a:pt x="152" y="1089"/>
                </a:lnTo>
                <a:lnTo>
                  <a:pt x="153" y="1089"/>
                </a:lnTo>
                <a:lnTo>
                  <a:pt x="155" y="1089"/>
                </a:lnTo>
                <a:lnTo>
                  <a:pt x="156" y="1089"/>
                </a:lnTo>
                <a:lnTo>
                  <a:pt x="157" y="1089"/>
                </a:lnTo>
                <a:lnTo>
                  <a:pt x="158" y="1089"/>
                </a:lnTo>
                <a:lnTo>
                  <a:pt x="159" y="1089"/>
                </a:lnTo>
                <a:lnTo>
                  <a:pt x="160" y="1089"/>
                </a:lnTo>
                <a:lnTo>
                  <a:pt x="161" y="1089"/>
                </a:lnTo>
                <a:lnTo>
                  <a:pt x="162" y="1089"/>
                </a:lnTo>
                <a:lnTo>
                  <a:pt x="163" y="1089"/>
                </a:lnTo>
                <a:lnTo>
                  <a:pt x="164" y="1089"/>
                </a:lnTo>
                <a:lnTo>
                  <a:pt x="166" y="1089"/>
                </a:lnTo>
                <a:lnTo>
                  <a:pt x="167" y="1089"/>
                </a:lnTo>
                <a:lnTo>
                  <a:pt x="168" y="1089"/>
                </a:lnTo>
                <a:lnTo>
                  <a:pt x="169" y="1089"/>
                </a:lnTo>
                <a:lnTo>
                  <a:pt x="170" y="1089"/>
                </a:lnTo>
                <a:lnTo>
                  <a:pt x="171" y="1089"/>
                </a:lnTo>
                <a:lnTo>
                  <a:pt x="172" y="1089"/>
                </a:lnTo>
                <a:lnTo>
                  <a:pt x="173" y="1089"/>
                </a:lnTo>
                <a:lnTo>
                  <a:pt x="174" y="1089"/>
                </a:lnTo>
                <a:lnTo>
                  <a:pt x="175" y="1089"/>
                </a:lnTo>
                <a:lnTo>
                  <a:pt x="176" y="1089"/>
                </a:lnTo>
                <a:lnTo>
                  <a:pt x="178" y="1089"/>
                </a:lnTo>
                <a:lnTo>
                  <a:pt x="179" y="1089"/>
                </a:lnTo>
                <a:lnTo>
                  <a:pt x="180" y="1089"/>
                </a:lnTo>
                <a:lnTo>
                  <a:pt x="181" y="1089"/>
                </a:lnTo>
                <a:lnTo>
                  <a:pt x="182" y="1089"/>
                </a:lnTo>
                <a:lnTo>
                  <a:pt x="183" y="1089"/>
                </a:lnTo>
                <a:lnTo>
                  <a:pt x="184" y="1089"/>
                </a:lnTo>
                <a:lnTo>
                  <a:pt x="185" y="1089"/>
                </a:lnTo>
                <a:lnTo>
                  <a:pt x="186" y="1089"/>
                </a:lnTo>
                <a:lnTo>
                  <a:pt x="187" y="1089"/>
                </a:lnTo>
                <a:lnTo>
                  <a:pt x="188" y="1089"/>
                </a:lnTo>
                <a:lnTo>
                  <a:pt x="190" y="1089"/>
                </a:lnTo>
                <a:lnTo>
                  <a:pt x="191" y="1089"/>
                </a:lnTo>
                <a:lnTo>
                  <a:pt x="192" y="1089"/>
                </a:lnTo>
                <a:lnTo>
                  <a:pt x="193" y="1089"/>
                </a:lnTo>
                <a:lnTo>
                  <a:pt x="194" y="1089"/>
                </a:lnTo>
                <a:lnTo>
                  <a:pt x="195" y="1089"/>
                </a:lnTo>
                <a:lnTo>
                  <a:pt x="196" y="1089"/>
                </a:lnTo>
                <a:lnTo>
                  <a:pt x="197" y="1089"/>
                </a:lnTo>
                <a:lnTo>
                  <a:pt x="198" y="1089"/>
                </a:lnTo>
                <a:lnTo>
                  <a:pt x="199" y="1089"/>
                </a:lnTo>
                <a:lnTo>
                  <a:pt x="200" y="1089"/>
                </a:lnTo>
                <a:lnTo>
                  <a:pt x="202" y="1089"/>
                </a:lnTo>
                <a:lnTo>
                  <a:pt x="203" y="1089"/>
                </a:lnTo>
                <a:lnTo>
                  <a:pt x="204" y="1089"/>
                </a:lnTo>
                <a:lnTo>
                  <a:pt x="205" y="1089"/>
                </a:lnTo>
                <a:lnTo>
                  <a:pt x="205" y="1089"/>
                </a:lnTo>
                <a:lnTo>
                  <a:pt x="204" y="1089"/>
                </a:lnTo>
                <a:lnTo>
                  <a:pt x="203" y="1089"/>
                </a:lnTo>
                <a:lnTo>
                  <a:pt x="202" y="1089"/>
                </a:lnTo>
                <a:lnTo>
                  <a:pt x="200" y="1089"/>
                </a:lnTo>
                <a:lnTo>
                  <a:pt x="199" y="1089"/>
                </a:lnTo>
                <a:lnTo>
                  <a:pt x="198" y="1089"/>
                </a:lnTo>
                <a:lnTo>
                  <a:pt x="197" y="1089"/>
                </a:lnTo>
                <a:lnTo>
                  <a:pt x="196" y="1089"/>
                </a:lnTo>
                <a:lnTo>
                  <a:pt x="195" y="1089"/>
                </a:lnTo>
                <a:lnTo>
                  <a:pt x="194" y="1089"/>
                </a:lnTo>
                <a:lnTo>
                  <a:pt x="193" y="1089"/>
                </a:lnTo>
                <a:lnTo>
                  <a:pt x="192" y="1089"/>
                </a:lnTo>
                <a:lnTo>
                  <a:pt x="191" y="1089"/>
                </a:lnTo>
                <a:lnTo>
                  <a:pt x="190" y="1089"/>
                </a:lnTo>
                <a:lnTo>
                  <a:pt x="188" y="1089"/>
                </a:lnTo>
                <a:lnTo>
                  <a:pt x="187" y="1089"/>
                </a:lnTo>
                <a:lnTo>
                  <a:pt x="186" y="1089"/>
                </a:lnTo>
                <a:lnTo>
                  <a:pt x="185" y="1089"/>
                </a:lnTo>
                <a:lnTo>
                  <a:pt x="184" y="1089"/>
                </a:lnTo>
                <a:lnTo>
                  <a:pt x="183" y="1089"/>
                </a:lnTo>
                <a:lnTo>
                  <a:pt x="182" y="1089"/>
                </a:lnTo>
                <a:lnTo>
                  <a:pt x="181" y="1089"/>
                </a:lnTo>
                <a:lnTo>
                  <a:pt x="180" y="1089"/>
                </a:lnTo>
                <a:lnTo>
                  <a:pt x="179" y="1089"/>
                </a:lnTo>
                <a:lnTo>
                  <a:pt x="178" y="1089"/>
                </a:lnTo>
                <a:lnTo>
                  <a:pt x="176" y="1089"/>
                </a:lnTo>
                <a:lnTo>
                  <a:pt x="175" y="1089"/>
                </a:lnTo>
                <a:lnTo>
                  <a:pt x="174" y="1089"/>
                </a:lnTo>
                <a:lnTo>
                  <a:pt x="173" y="1089"/>
                </a:lnTo>
                <a:lnTo>
                  <a:pt x="172" y="1089"/>
                </a:lnTo>
                <a:lnTo>
                  <a:pt x="171" y="1088"/>
                </a:lnTo>
                <a:lnTo>
                  <a:pt x="170" y="1088"/>
                </a:lnTo>
                <a:lnTo>
                  <a:pt x="169" y="1088"/>
                </a:lnTo>
                <a:lnTo>
                  <a:pt x="168" y="1087"/>
                </a:lnTo>
                <a:lnTo>
                  <a:pt x="167" y="1086"/>
                </a:lnTo>
                <a:lnTo>
                  <a:pt x="166" y="1086"/>
                </a:lnTo>
                <a:lnTo>
                  <a:pt x="164" y="1085"/>
                </a:lnTo>
                <a:lnTo>
                  <a:pt x="163" y="1084"/>
                </a:lnTo>
                <a:lnTo>
                  <a:pt x="162" y="1083"/>
                </a:lnTo>
                <a:lnTo>
                  <a:pt x="161" y="1081"/>
                </a:lnTo>
                <a:lnTo>
                  <a:pt x="160" y="1079"/>
                </a:lnTo>
                <a:lnTo>
                  <a:pt x="159" y="1077"/>
                </a:lnTo>
                <a:lnTo>
                  <a:pt x="158" y="1075"/>
                </a:lnTo>
                <a:lnTo>
                  <a:pt x="157" y="1072"/>
                </a:lnTo>
                <a:lnTo>
                  <a:pt x="156" y="1069"/>
                </a:lnTo>
                <a:lnTo>
                  <a:pt x="155" y="1065"/>
                </a:lnTo>
                <a:lnTo>
                  <a:pt x="153" y="1061"/>
                </a:lnTo>
                <a:lnTo>
                  <a:pt x="152" y="1056"/>
                </a:lnTo>
                <a:lnTo>
                  <a:pt x="151" y="1050"/>
                </a:lnTo>
                <a:lnTo>
                  <a:pt x="150" y="1044"/>
                </a:lnTo>
                <a:lnTo>
                  <a:pt x="149" y="1036"/>
                </a:lnTo>
                <a:lnTo>
                  <a:pt x="148" y="1028"/>
                </a:lnTo>
                <a:lnTo>
                  <a:pt x="147" y="1018"/>
                </a:lnTo>
                <a:lnTo>
                  <a:pt x="146" y="1008"/>
                </a:lnTo>
                <a:lnTo>
                  <a:pt x="144" y="996"/>
                </a:lnTo>
                <a:lnTo>
                  <a:pt x="144" y="983"/>
                </a:lnTo>
                <a:lnTo>
                  <a:pt x="143" y="969"/>
                </a:lnTo>
                <a:lnTo>
                  <a:pt x="141" y="952"/>
                </a:lnTo>
                <a:lnTo>
                  <a:pt x="140" y="935"/>
                </a:lnTo>
                <a:lnTo>
                  <a:pt x="139" y="916"/>
                </a:lnTo>
                <a:lnTo>
                  <a:pt x="138" y="895"/>
                </a:lnTo>
                <a:lnTo>
                  <a:pt x="137" y="872"/>
                </a:lnTo>
                <a:lnTo>
                  <a:pt x="136" y="848"/>
                </a:lnTo>
                <a:lnTo>
                  <a:pt x="135" y="822"/>
                </a:lnTo>
                <a:lnTo>
                  <a:pt x="134" y="794"/>
                </a:lnTo>
                <a:lnTo>
                  <a:pt x="132" y="764"/>
                </a:lnTo>
                <a:lnTo>
                  <a:pt x="132" y="733"/>
                </a:lnTo>
                <a:lnTo>
                  <a:pt x="131" y="701"/>
                </a:lnTo>
                <a:lnTo>
                  <a:pt x="129" y="666"/>
                </a:lnTo>
                <a:lnTo>
                  <a:pt x="128" y="631"/>
                </a:lnTo>
                <a:lnTo>
                  <a:pt x="127" y="594"/>
                </a:lnTo>
                <a:lnTo>
                  <a:pt x="126" y="556"/>
                </a:lnTo>
                <a:lnTo>
                  <a:pt x="125" y="517"/>
                </a:lnTo>
                <a:lnTo>
                  <a:pt x="124" y="478"/>
                </a:lnTo>
                <a:lnTo>
                  <a:pt x="123" y="438"/>
                </a:lnTo>
                <a:lnTo>
                  <a:pt x="122" y="399"/>
                </a:lnTo>
                <a:lnTo>
                  <a:pt x="120" y="359"/>
                </a:lnTo>
                <a:lnTo>
                  <a:pt x="119" y="320"/>
                </a:lnTo>
                <a:lnTo>
                  <a:pt x="119" y="282"/>
                </a:lnTo>
                <a:lnTo>
                  <a:pt x="117" y="245"/>
                </a:lnTo>
                <a:lnTo>
                  <a:pt x="116" y="210"/>
                </a:lnTo>
                <a:lnTo>
                  <a:pt x="115" y="176"/>
                </a:lnTo>
                <a:lnTo>
                  <a:pt x="114" y="145"/>
                </a:lnTo>
                <a:lnTo>
                  <a:pt x="113" y="116"/>
                </a:lnTo>
                <a:lnTo>
                  <a:pt x="112" y="89"/>
                </a:lnTo>
                <a:lnTo>
                  <a:pt x="111" y="66"/>
                </a:lnTo>
                <a:lnTo>
                  <a:pt x="110" y="46"/>
                </a:lnTo>
                <a:lnTo>
                  <a:pt x="108" y="29"/>
                </a:lnTo>
                <a:lnTo>
                  <a:pt x="107" y="16"/>
                </a:lnTo>
                <a:lnTo>
                  <a:pt x="106" y="7"/>
                </a:lnTo>
                <a:lnTo>
                  <a:pt x="105" y="1"/>
                </a:lnTo>
                <a:lnTo>
                  <a:pt x="104" y="0"/>
                </a:lnTo>
                <a:lnTo>
                  <a:pt x="103" y="2"/>
                </a:lnTo>
                <a:lnTo>
                  <a:pt x="102" y="8"/>
                </a:lnTo>
                <a:lnTo>
                  <a:pt x="101" y="18"/>
                </a:lnTo>
                <a:lnTo>
                  <a:pt x="100" y="32"/>
                </a:lnTo>
                <a:lnTo>
                  <a:pt x="99" y="49"/>
                </a:lnTo>
                <a:lnTo>
                  <a:pt x="98" y="70"/>
                </a:lnTo>
                <a:lnTo>
                  <a:pt x="96" y="94"/>
                </a:lnTo>
                <a:lnTo>
                  <a:pt x="95" y="121"/>
                </a:lnTo>
                <a:lnTo>
                  <a:pt x="94" y="151"/>
                </a:lnTo>
                <a:lnTo>
                  <a:pt x="93" y="183"/>
                </a:lnTo>
                <a:lnTo>
                  <a:pt x="92" y="217"/>
                </a:lnTo>
                <a:lnTo>
                  <a:pt x="91" y="252"/>
                </a:lnTo>
                <a:lnTo>
                  <a:pt x="90" y="290"/>
                </a:lnTo>
                <a:lnTo>
                  <a:pt x="89" y="328"/>
                </a:lnTo>
                <a:lnTo>
                  <a:pt x="88" y="367"/>
                </a:lnTo>
                <a:lnTo>
                  <a:pt x="87" y="407"/>
                </a:lnTo>
                <a:lnTo>
                  <a:pt x="85" y="447"/>
                </a:lnTo>
                <a:lnTo>
                  <a:pt x="84" y="486"/>
                </a:lnTo>
                <a:lnTo>
                  <a:pt x="83" y="525"/>
                </a:lnTo>
                <a:lnTo>
                  <a:pt x="82" y="564"/>
                </a:lnTo>
                <a:lnTo>
                  <a:pt x="81" y="601"/>
                </a:lnTo>
                <a:lnTo>
                  <a:pt x="80" y="638"/>
                </a:lnTo>
                <a:lnTo>
                  <a:pt x="79" y="673"/>
                </a:lnTo>
                <a:lnTo>
                  <a:pt x="78" y="707"/>
                </a:lnTo>
                <a:lnTo>
                  <a:pt x="77" y="740"/>
                </a:lnTo>
                <a:lnTo>
                  <a:pt x="76" y="770"/>
                </a:lnTo>
                <a:lnTo>
                  <a:pt x="75" y="800"/>
                </a:lnTo>
                <a:lnTo>
                  <a:pt x="73" y="827"/>
                </a:lnTo>
                <a:lnTo>
                  <a:pt x="72" y="853"/>
                </a:lnTo>
                <a:lnTo>
                  <a:pt x="71" y="877"/>
                </a:lnTo>
                <a:lnTo>
                  <a:pt x="70" y="899"/>
                </a:lnTo>
                <a:lnTo>
                  <a:pt x="69" y="920"/>
                </a:lnTo>
                <a:lnTo>
                  <a:pt x="68" y="939"/>
                </a:lnTo>
                <a:lnTo>
                  <a:pt x="67" y="956"/>
                </a:lnTo>
                <a:lnTo>
                  <a:pt x="66" y="972"/>
                </a:lnTo>
                <a:lnTo>
                  <a:pt x="65" y="986"/>
                </a:lnTo>
                <a:lnTo>
                  <a:pt x="64" y="999"/>
                </a:lnTo>
                <a:lnTo>
                  <a:pt x="63" y="1010"/>
                </a:lnTo>
                <a:lnTo>
                  <a:pt x="61" y="1020"/>
                </a:lnTo>
                <a:lnTo>
                  <a:pt x="60" y="1030"/>
                </a:lnTo>
                <a:lnTo>
                  <a:pt x="59" y="1038"/>
                </a:lnTo>
                <a:lnTo>
                  <a:pt x="58" y="1045"/>
                </a:lnTo>
                <a:lnTo>
                  <a:pt x="57" y="1052"/>
                </a:lnTo>
                <a:lnTo>
                  <a:pt x="56" y="1057"/>
                </a:lnTo>
                <a:lnTo>
                  <a:pt x="55" y="1062"/>
                </a:lnTo>
                <a:lnTo>
                  <a:pt x="54" y="1066"/>
                </a:lnTo>
                <a:lnTo>
                  <a:pt x="53" y="1070"/>
                </a:lnTo>
                <a:lnTo>
                  <a:pt x="52" y="1073"/>
                </a:lnTo>
                <a:lnTo>
                  <a:pt x="51" y="1076"/>
                </a:lnTo>
                <a:lnTo>
                  <a:pt x="49" y="1078"/>
                </a:lnTo>
                <a:lnTo>
                  <a:pt x="48" y="1080"/>
                </a:lnTo>
                <a:lnTo>
                  <a:pt x="47" y="1082"/>
                </a:lnTo>
                <a:lnTo>
                  <a:pt x="46" y="1083"/>
                </a:lnTo>
                <a:lnTo>
                  <a:pt x="45" y="1084"/>
                </a:lnTo>
                <a:lnTo>
                  <a:pt x="44" y="1085"/>
                </a:lnTo>
                <a:lnTo>
                  <a:pt x="43" y="1086"/>
                </a:lnTo>
                <a:lnTo>
                  <a:pt x="42" y="1086"/>
                </a:lnTo>
                <a:lnTo>
                  <a:pt x="41" y="1087"/>
                </a:lnTo>
                <a:lnTo>
                  <a:pt x="40" y="1088"/>
                </a:lnTo>
                <a:lnTo>
                  <a:pt x="39" y="1088"/>
                </a:lnTo>
                <a:lnTo>
                  <a:pt x="37" y="1088"/>
                </a:lnTo>
                <a:lnTo>
                  <a:pt x="36" y="1089"/>
                </a:lnTo>
                <a:lnTo>
                  <a:pt x="35" y="1089"/>
                </a:lnTo>
                <a:lnTo>
                  <a:pt x="34" y="1089"/>
                </a:lnTo>
                <a:lnTo>
                  <a:pt x="33" y="1089"/>
                </a:lnTo>
                <a:lnTo>
                  <a:pt x="32" y="1089"/>
                </a:lnTo>
                <a:lnTo>
                  <a:pt x="31" y="1089"/>
                </a:lnTo>
                <a:lnTo>
                  <a:pt x="30" y="1089"/>
                </a:lnTo>
                <a:lnTo>
                  <a:pt x="29" y="1089"/>
                </a:lnTo>
                <a:lnTo>
                  <a:pt x="28" y="1089"/>
                </a:lnTo>
                <a:lnTo>
                  <a:pt x="27" y="1089"/>
                </a:lnTo>
                <a:lnTo>
                  <a:pt x="25" y="1089"/>
                </a:lnTo>
                <a:lnTo>
                  <a:pt x="24" y="1089"/>
                </a:lnTo>
                <a:lnTo>
                  <a:pt x="23" y="1089"/>
                </a:lnTo>
                <a:lnTo>
                  <a:pt x="22" y="1089"/>
                </a:lnTo>
                <a:lnTo>
                  <a:pt x="21" y="1089"/>
                </a:lnTo>
                <a:lnTo>
                  <a:pt x="20" y="1089"/>
                </a:lnTo>
                <a:lnTo>
                  <a:pt x="19" y="1089"/>
                </a:lnTo>
                <a:lnTo>
                  <a:pt x="17" y="1089"/>
                </a:lnTo>
                <a:lnTo>
                  <a:pt x="16" y="1089"/>
                </a:lnTo>
                <a:lnTo>
                  <a:pt x="16" y="1089"/>
                </a:lnTo>
                <a:lnTo>
                  <a:pt x="14" y="1089"/>
                </a:lnTo>
                <a:lnTo>
                  <a:pt x="13" y="1089"/>
                </a:lnTo>
                <a:lnTo>
                  <a:pt x="12" y="1089"/>
                </a:lnTo>
                <a:lnTo>
                  <a:pt x="11" y="1089"/>
                </a:lnTo>
                <a:lnTo>
                  <a:pt x="10" y="1089"/>
                </a:lnTo>
                <a:lnTo>
                  <a:pt x="9" y="1089"/>
                </a:lnTo>
                <a:lnTo>
                  <a:pt x="8" y="1089"/>
                </a:lnTo>
                <a:lnTo>
                  <a:pt x="7" y="1089"/>
                </a:lnTo>
                <a:lnTo>
                  <a:pt x="5" y="1089"/>
                </a:lnTo>
                <a:lnTo>
                  <a:pt x="4" y="1089"/>
                </a:lnTo>
                <a:lnTo>
                  <a:pt x="3" y="1089"/>
                </a:lnTo>
                <a:close/>
                <a:moveTo>
                  <a:pt x="205" y="1089"/>
                </a:moveTo>
                <a:lnTo>
                  <a:pt x="205" y="1089"/>
                </a:lnTo>
                <a:lnTo>
                  <a:pt x="206" y="1089"/>
                </a:lnTo>
                <a:lnTo>
                  <a:pt x="205" y="1089"/>
                </a:lnTo>
                <a:close/>
                <a:moveTo>
                  <a:pt x="205" y="1089"/>
                </a:moveTo>
                <a:lnTo>
                  <a:pt x="206" y="1089"/>
                </a:lnTo>
                <a:lnTo>
                  <a:pt x="206" y="1089"/>
                </a:lnTo>
                <a:lnTo>
                  <a:pt x="205" y="1089"/>
                </a:lnTo>
                <a:close/>
                <a:moveTo>
                  <a:pt x="206" y="1089"/>
                </a:moveTo>
                <a:lnTo>
                  <a:pt x="206" y="1089"/>
                </a:lnTo>
                <a:lnTo>
                  <a:pt x="207" y="1089"/>
                </a:lnTo>
                <a:lnTo>
                  <a:pt x="206" y="1089"/>
                </a:lnTo>
                <a:close/>
                <a:moveTo>
                  <a:pt x="206" y="1089"/>
                </a:moveTo>
                <a:lnTo>
                  <a:pt x="207" y="1089"/>
                </a:lnTo>
                <a:lnTo>
                  <a:pt x="207" y="1089"/>
                </a:lnTo>
                <a:lnTo>
                  <a:pt x="206" y="1089"/>
                </a:lnTo>
                <a:close/>
                <a:moveTo>
                  <a:pt x="207" y="1089"/>
                </a:moveTo>
                <a:lnTo>
                  <a:pt x="207" y="1089"/>
                </a:lnTo>
                <a:lnTo>
                  <a:pt x="208" y="1089"/>
                </a:lnTo>
                <a:lnTo>
                  <a:pt x="207" y="1089"/>
                </a:lnTo>
                <a:close/>
                <a:moveTo>
                  <a:pt x="207" y="1089"/>
                </a:moveTo>
                <a:lnTo>
                  <a:pt x="208" y="1089"/>
                </a:lnTo>
                <a:lnTo>
                  <a:pt x="208" y="1089"/>
                </a:lnTo>
                <a:lnTo>
                  <a:pt x="207" y="1089"/>
                </a:lnTo>
                <a:close/>
                <a:moveTo>
                  <a:pt x="208" y="1089"/>
                </a:moveTo>
                <a:lnTo>
                  <a:pt x="208" y="1089"/>
                </a:lnTo>
                <a:lnTo>
                  <a:pt x="209" y="1089"/>
                </a:lnTo>
                <a:lnTo>
                  <a:pt x="208" y="1089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5F070B02-DD42-4FDD-82B9-6CA5B20180E0}"/>
              </a:ext>
            </a:extLst>
          </p:cNvPr>
          <p:cNvSpPr>
            <a:spLocks/>
          </p:cNvSpPr>
          <p:nvPr/>
        </p:nvSpPr>
        <p:spPr bwMode="auto">
          <a:xfrm>
            <a:off x="2840038" y="1506538"/>
            <a:ext cx="1736725" cy="1728788"/>
          </a:xfrm>
          <a:custGeom>
            <a:avLst/>
            <a:gdLst>
              <a:gd name="T0" fmla="*/ 16 w 1094"/>
              <a:gd name="T1" fmla="*/ 1089 h 1089"/>
              <a:gd name="T2" fmla="*/ 34 w 1094"/>
              <a:gd name="T3" fmla="*/ 1089 h 1089"/>
              <a:gd name="T4" fmla="*/ 51 w 1094"/>
              <a:gd name="T5" fmla="*/ 1089 h 1089"/>
              <a:gd name="T6" fmla="*/ 69 w 1094"/>
              <a:gd name="T7" fmla="*/ 1089 h 1089"/>
              <a:gd name="T8" fmla="*/ 87 w 1094"/>
              <a:gd name="T9" fmla="*/ 1089 h 1089"/>
              <a:gd name="T10" fmla="*/ 104 w 1094"/>
              <a:gd name="T11" fmla="*/ 1089 h 1089"/>
              <a:gd name="T12" fmla="*/ 122 w 1094"/>
              <a:gd name="T13" fmla="*/ 1089 h 1089"/>
              <a:gd name="T14" fmla="*/ 139 w 1094"/>
              <a:gd name="T15" fmla="*/ 1089 h 1089"/>
              <a:gd name="T16" fmla="*/ 156 w 1094"/>
              <a:gd name="T17" fmla="*/ 1089 h 1089"/>
              <a:gd name="T18" fmla="*/ 174 w 1094"/>
              <a:gd name="T19" fmla="*/ 1089 h 1089"/>
              <a:gd name="T20" fmla="*/ 192 w 1094"/>
              <a:gd name="T21" fmla="*/ 1087 h 1089"/>
              <a:gd name="T22" fmla="*/ 209 w 1094"/>
              <a:gd name="T23" fmla="*/ 1045 h 1089"/>
              <a:gd name="T24" fmla="*/ 227 w 1094"/>
              <a:gd name="T25" fmla="*/ 770 h 1089"/>
              <a:gd name="T26" fmla="*/ 244 w 1094"/>
              <a:gd name="T27" fmla="*/ 183 h 1089"/>
              <a:gd name="T28" fmla="*/ 262 w 1094"/>
              <a:gd name="T29" fmla="*/ 66 h 1089"/>
              <a:gd name="T30" fmla="*/ 279 w 1094"/>
              <a:gd name="T31" fmla="*/ 631 h 1089"/>
              <a:gd name="T32" fmla="*/ 297 w 1094"/>
              <a:gd name="T33" fmla="*/ 1008 h 1089"/>
              <a:gd name="T34" fmla="*/ 314 w 1094"/>
              <a:gd name="T35" fmla="*/ 1084 h 1089"/>
              <a:gd name="T36" fmla="*/ 332 w 1094"/>
              <a:gd name="T37" fmla="*/ 1089 h 1089"/>
              <a:gd name="T38" fmla="*/ 349 w 1094"/>
              <a:gd name="T39" fmla="*/ 1089 h 1089"/>
              <a:gd name="T40" fmla="*/ 367 w 1094"/>
              <a:gd name="T41" fmla="*/ 1089 h 1089"/>
              <a:gd name="T42" fmla="*/ 385 w 1094"/>
              <a:gd name="T43" fmla="*/ 1089 h 1089"/>
              <a:gd name="T44" fmla="*/ 402 w 1094"/>
              <a:gd name="T45" fmla="*/ 1089 h 1089"/>
              <a:gd name="T46" fmla="*/ 419 w 1094"/>
              <a:gd name="T47" fmla="*/ 1089 h 1089"/>
              <a:gd name="T48" fmla="*/ 437 w 1094"/>
              <a:gd name="T49" fmla="*/ 1089 h 1089"/>
              <a:gd name="T50" fmla="*/ 454 w 1094"/>
              <a:gd name="T51" fmla="*/ 1089 h 1089"/>
              <a:gd name="T52" fmla="*/ 472 w 1094"/>
              <a:gd name="T53" fmla="*/ 1089 h 1089"/>
              <a:gd name="T54" fmla="*/ 489 w 1094"/>
              <a:gd name="T55" fmla="*/ 1089 h 1089"/>
              <a:gd name="T56" fmla="*/ 507 w 1094"/>
              <a:gd name="T57" fmla="*/ 1089 h 1089"/>
              <a:gd name="T58" fmla="*/ 525 w 1094"/>
              <a:gd name="T59" fmla="*/ 1089 h 1089"/>
              <a:gd name="T60" fmla="*/ 542 w 1094"/>
              <a:gd name="T61" fmla="*/ 1089 h 1089"/>
              <a:gd name="T62" fmla="*/ 560 w 1094"/>
              <a:gd name="T63" fmla="*/ 1089 h 1089"/>
              <a:gd name="T64" fmla="*/ 577 w 1094"/>
              <a:gd name="T65" fmla="*/ 1089 h 1089"/>
              <a:gd name="T66" fmla="*/ 594 w 1094"/>
              <a:gd name="T67" fmla="*/ 1089 h 1089"/>
              <a:gd name="T68" fmla="*/ 612 w 1094"/>
              <a:gd name="T69" fmla="*/ 1089 h 1089"/>
              <a:gd name="T70" fmla="*/ 630 w 1094"/>
              <a:gd name="T71" fmla="*/ 1089 h 1089"/>
              <a:gd name="T72" fmla="*/ 647 w 1094"/>
              <a:gd name="T73" fmla="*/ 1089 h 1089"/>
              <a:gd name="T74" fmla="*/ 665 w 1094"/>
              <a:gd name="T75" fmla="*/ 1089 h 1089"/>
              <a:gd name="T76" fmla="*/ 682 w 1094"/>
              <a:gd name="T77" fmla="*/ 1089 h 1089"/>
              <a:gd name="T78" fmla="*/ 700 w 1094"/>
              <a:gd name="T79" fmla="*/ 1089 h 1089"/>
              <a:gd name="T80" fmla="*/ 717 w 1094"/>
              <a:gd name="T81" fmla="*/ 1089 h 1089"/>
              <a:gd name="T82" fmla="*/ 735 w 1094"/>
              <a:gd name="T83" fmla="*/ 1089 h 1089"/>
              <a:gd name="T84" fmla="*/ 752 w 1094"/>
              <a:gd name="T85" fmla="*/ 1089 h 1089"/>
              <a:gd name="T86" fmla="*/ 770 w 1094"/>
              <a:gd name="T87" fmla="*/ 1089 h 1089"/>
              <a:gd name="T88" fmla="*/ 787 w 1094"/>
              <a:gd name="T89" fmla="*/ 1089 h 1089"/>
              <a:gd name="T90" fmla="*/ 805 w 1094"/>
              <a:gd name="T91" fmla="*/ 1089 h 1089"/>
              <a:gd name="T92" fmla="*/ 823 w 1094"/>
              <a:gd name="T93" fmla="*/ 1089 h 1089"/>
              <a:gd name="T94" fmla="*/ 840 w 1094"/>
              <a:gd name="T95" fmla="*/ 1089 h 1089"/>
              <a:gd name="T96" fmla="*/ 857 w 1094"/>
              <a:gd name="T97" fmla="*/ 1089 h 1089"/>
              <a:gd name="T98" fmla="*/ 875 w 1094"/>
              <a:gd name="T99" fmla="*/ 1089 h 1089"/>
              <a:gd name="T100" fmla="*/ 892 w 1094"/>
              <a:gd name="T101" fmla="*/ 1089 h 1089"/>
              <a:gd name="T102" fmla="*/ 910 w 1094"/>
              <a:gd name="T103" fmla="*/ 1089 h 1089"/>
              <a:gd name="T104" fmla="*/ 927 w 1094"/>
              <a:gd name="T105" fmla="*/ 1089 h 1089"/>
              <a:gd name="T106" fmla="*/ 945 w 1094"/>
              <a:gd name="T107" fmla="*/ 1089 h 1089"/>
              <a:gd name="T108" fmla="*/ 963 w 1094"/>
              <a:gd name="T109" fmla="*/ 1089 h 1089"/>
              <a:gd name="T110" fmla="*/ 980 w 1094"/>
              <a:gd name="T111" fmla="*/ 1089 h 1089"/>
              <a:gd name="T112" fmla="*/ 998 w 1094"/>
              <a:gd name="T113" fmla="*/ 1089 h 1089"/>
              <a:gd name="T114" fmla="*/ 1015 w 1094"/>
              <a:gd name="T115" fmla="*/ 1089 h 1089"/>
              <a:gd name="T116" fmla="*/ 1033 w 1094"/>
              <a:gd name="T117" fmla="*/ 1089 h 1089"/>
              <a:gd name="T118" fmla="*/ 1050 w 1094"/>
              <a:gd name="T119" fmla="*/ 1089 h 1089"/>
              <a:gd name="T120" fmla="*/ 1068 w 1094"/>
              <a:gd name="T121" fmla="*/ 1089 h 1089"/>
              <a:gd name="T122" fmla="*/ 1085 w 1094"/>
              <a:gd name="T123" fmla="*/ 1089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94" h="1089">
                <a:moveTo>
                  <a:pt x="0" y="1089"/>
                </a:moveTo>
                <a:lnTo>
                  <a:pt x="1" y="1089"/>
                </a:lnTo>
                <a:lnTo>
                  <a:pt x="2" y="1089"/>
                </a:lnTo>
                <a:lnTo>
                  <a:pt x="3" y="1089"/>
                </a:lnTo>
                <a:lnTo>
                  <a:pt x="4" y="1089"/>
                </a:lnTo>
                <a:lnTo>
                  <a:pt x="5" y="1089"/>
                </a:lnTo>
                <a:lnTo>
                  <a:pt x="7" y="1089"/>
                </a:lnTo>
                <a:lnTo>
                  <a:pt x="8" y="1089"/>
                </a:lnTo>
                <a:lnTo>
                  <a:pt x="9" y="1089"/>
                </a:lnTo>
                <a:lnTo>
                  <a:pt x="10" y="1089"/>
                </a:lnTo>
                <a:lnTo>
                  <a:pt x="11" y="1089"/>
                </a:lnTo>
                <a:lnTo>
                  <a:pt x="12" y="1089"/>
                </a:lnTo>
                <a:lnTo>
                  <a:pt x="13" y="1089"/>
                </a:lnTo>
                <a:lnTo>
                  <a:pt x="14" y="1089"/>
                </a:lnTo>
                <a:lnTo>
                  <a:pt x="15" y="1089"/>
                </a:lnTo>
                <a:lnTo>
                  <a:pt x="16" y="1089"/>
                </a:lnTo>
                <a:lnTo>
                  <a:pt x="17" y="1089"/>
                </a:lnTo>
                <a:lnTo>
                  <a:pt x="19" y="1089"/>
                </a:lnTo>
                <a:lnTo>
                  <a:pt x="20" y="1089"/>
                </a:lnTo>
                <a:lnTo>
                  <a:pt x="21" y="1089"/>
                </a:lnTo>
                <a:lnTo>
                  <a:pt x="22" y="1089"/>
                </a:lnTo>
                <a:lnTo>
                  <a:pt x="23" y="1089"/>
                </a:lnTo>
                <a:lnTo>
                  <a:pt x="24" y="1089"/>
                </a:lnTo>
                <a:lnTo>
                  <a:pt x="25" y="1089"/>
                </a:lnTo>
                <a:lnTo>
                  <a:pt x="26" y="1089"/>
                </a:lnTo>
                <a:lnTo>
                  <a:pt x="27" y="1089"/>
                </a:lnTo>
                <a:lnTo>
                  <a:pt x="28" y="1089"/>
                </a:lnTo>
                <a:lnTo>
                  <a:pt x="30" y="1089"/>
                </a:lnTo>
                <a:lnTo>
                  <a:pt x="31" y="1089"/>
                </a:lnTo>
                <a:lnTo>
                  <a:pt x="32" y="1089"/>
                </a:lnTo>
                <a:lnTo>
                  <a:pt x="33" y="1089"/>
                </a:lnTo>
                <a:lnTo>
                  <a:pt x="34" y="1089"/>
                </a:lnTo>
                <a:lnTo>
                  <a:pt x="35" y="1089"/>
                </a:lnTo>
                <a:lnTo>
                  <a:pt x="36" y="1089"/>
                </a:lnTo>
                <a:lnTo>
                  <a:pt x="37" y="1089"/>
                </a:lnTo>
                <a:lnTo>
                  <a:pt x="38" y="1089"/>
                </a:lnTo>
                <a:lnTo>
                  <a:pt x="39" y="1089"/>
                </a:lnTo>
                <a:lnTo>
                  <a:pt x="40" y="1089"/>
                </a:lnTo>
                <a:lnTo>
                  <a:pt x="42" y="1089"/>
                </a:lnTo>
                <a:lnTo>
                  <a:pt x="43" y="1089"/>
                </a:lnTo>
                <a:lnTo>
                  <a:pt x="44" y="1089"/>
                </a:lnTo>
                <a:lnTo>
                  <a:pt x="45" y="1089"/>
                </a:lnTo>
                <a:lnTo>
                  <a:pt x="46" y="1089"/>
                </a:lnTo>
                <a:lnTo>
                  <a:pt x="47" y="1089"/>
                </a:lnTo>
                <a:lnTo>
                  <a:pt x="48" y="1089"/>
                </a:lnTo>
                <a:lnTo>
                  <a:pt x="49" y="1089"/>
                </a:lnTo>
                <a:lnTo>
                  <a:pt x="51" y="1089"/>
                </a:lnTo>
                <a:lnTo>
                  <a:pt x="51" y="1089"/>
                </a:lnTo>
                <a:lnTo>
                  <a:pt x="52" y="1089"/>
                </a:lnTo>
                <a:lnTo>
                  <a:pt x="54" y="1089"/>
                </a:lnTo>
                <a:lnTo>
                  <a:pt x="55" y="1089"/>
                </a:lnTo>
                <a:lnTo>
                  <a:pt x="56" y="1089"/>
                </a:lnTo>
                <a:lnTo>
                  <a:pt x="57" y="1089"/>
                </a:lnTo>
                <a:lnTo>
                  <a:pt x="58" y="1089"/>
                </a:lnTo>
                <a:lnTo>
                  <a:pt x="59" y="1089"/>
                </a:lnTo>
                <a:lnTo>
                  <a:pt x="60" y="1089"/>
                </a:lnTo>
                <a:lnTo>
                  <a:pt x="61" y="1089"/>
                </a:lnTo>
                <a:lnTo>
                  <a:pt x="63" y="1089"/>
                </a:lnTo>
                <a:lnTo>
                  <a:pt x="64" y="1089"/>
                </a:lnTo>
                <a:lnTo>
                  <a:pt x="64" y="1089"/>
                </a:lnTo>
                <a:lnTo>
                  <a:pt x="66" y="1089"/>
                </a:lnTo>
                <a:lnTo>
                  <a:pt x="67" y="1089"/>
                </a:lnTo>
                <a:lnTo>
                  <a:pt x="68" y="1089"/>
                </a:lnTo>
                <a:lnTo>
                  <a:pt x="69" y="1089"/>
                </a:lnTo>
                <a:lnTo>
                  <a:pt x="70" y="1089"/>
                </a:lnTo>
                <a:lnTo>
                  <a:pt x="71" y="1089"/>
                </a:lnTo>
                <a:lnTo>
                  <a:pt x="72" y="1089"/>
                </a:lnTo>
                <a:lnTo>
                  <a:pt x="73" y="1089"/>
                </a:lnTo>
                <a:lnTo>
                  <a:pt x="75" y="1089"/>
                </a:lnTo>
                <a:lnTo>
                  <a:pt x="76" y="1089"/>
                </a:lnTo>
                <a:lnTo>
                  <a:pt x="77" y="1089"/>
                </a:lnTo>
                <a:lnTo>
                  <a:pt x="78" y="1089"/>
                </a:lnTo>
                <a:lnTo>
                  <a:pt x="79" y="1089"/>
                </a:lnTo>
                <a:lnTo>
                  <a:pt x="80" y="1089"/>
                </a:lnTo>
                <a:lnTo>
                  <a:pt x="81" y="1089"/>
                </a:lnTo>
                <a:lnTo>
                  <a:pt x="82" y="1089"/>
                </a:lnTo>
                <a:lnTo>
                  <a:pt x="83" y="1089"/>
                </a:lnTo>
                <a:lnTo>
                  <a:pt x="84" y="1089"/>
                </a:lnTo>
                <a:lnTo>
                  <a:pt x="85" y="1089"/>
                </a:lnTo>
                <a:lnTo>
                  <a:pt x="87" y="1089"/>
                </a:lnTo>
                <a:lnTo>
                  <a:pt x="88" y="1089"/>
                </a:lnTo>
                <a:lnTo>
                  <a:pt x="89" y="1089"/>
                </a:lnTo>
                <a:lnTo>
                  <a:pt x="90" y="1089"/>
                </a:lnTo>
                <a:lnTo>
                  <a:pt x="91" y="1089"/>
                </a:lnTo>
                <a:lnTo>
                  <a:pt x="92" y="1089"/>
                </a:lnTo>
                <a:lnTo>
                  <a:pt x="93" y="1089"/>
                </a:lnTo>
                <a:lnTo>
                  <a:pt x="94" y="1089"/>
                </a:lnTo>
                <a:lnTo>
                  <a:pt x="95" y="1089"/>
                </a:lnTo>
                <a:lnTo>
                  <a:pt x="96" y="1089"/>
                </a:lnTo>
                <a:lnTo>
                  <a:pt x="97" y="1089"/>
                </a:lnTo>
                <a:lnTo>
                  <a:pt x="99" y="1089"/>
                </a:lnTo>
                <a:lnTo>
                  <a:pt x="100" y="1089"/>
                </a:lnTo>
                <a:lnTo>
                  <a:pt x="101" y="1089"/>
                </a:lnTo>
                <a:lnTo>
                  <a:pt x="102" y="1089"/>
                </a:lnTo>
                <a:lnTo>
                  <a:pt x="103" y="1089"/>
                </a:lnTo>
                <a:lnTo>
                  <a:pt x="104" y="1089"/>
                </a:lnTo>
                <a:lnTo>
                  <a:pt x="105" y="1089"/>
                </a:lnTo>
                <a:lnTo>
                  <a:pt x="106" y="1089"/>
                </a:lnTo>
                <a:lnTo>
                  <a:pt x="107" y="1089"/>
                </a:lnTo>
                <a:lnTo>
                  <a:pt x="108" y="1089"/>
                </a:lnTo>
                <a:lnTo>
                  <a:pt x="110" y="1089"/>
                </a:lnTo>
                <a:lnTo>
                  <a:pt x="111" y="1089"/>
                </a:lnTo>
                <a:lnTo>
                  <a:pt x="112" y="1089"/>
                </a:lnTo>
                <a:lnTo>
                  <a:pt x="113" y="1089"/>
                </a:lnTo>
                <a:lnTo>
                  <a:pt x="114" y="1089"/>
                </a:lnTo>
                <a:lnTo>
                  <a:pt x="115" y="1089"/>
                </a:lnTo>
                <a:lnTo>
                  <a:pt x="116" y="1089"/>
                </a:lnTo>
                <a:lnTo>
                  <a:pt x="117" y="1089"/>
                </a:lnTo>
                <a:lnTo>
                  <a:pt x="118" y="1089"/>
                </a:lnTo>
                <a:lnTo>
                  <a:pt x="119" y="1089"/>
                </a:lnTo>
                <a:lnTo>
                  <a:pt x="120" y="1089"/>
                </a:lnTo>
                <a:lnTo>
                  <a:pt x="122" y="1089"/>
                </a:lnTo>
                <a:lnTo>
                  <a:pt x="123" y="1089"/>
                </a:lnTo>
                <a:lnTo>
                  <a:pt x="124" y="1089"/>
                </a:lnTo>
                <a:lnTo>
                  <a:pt x="125" y="1089"/>
                </a:lnTo>
                <a:lnTo>
                  <a:pt x="126" y="1089"/>
                </a:lnTo>
                <a:lnTo>
                  <a:pt x="127" y="1089"/>
                </a:lnTo>
                <a:lnTo>
                  <a:pt x="128" y="1089"/>
                </a:lnTo>
                <a:lnTo>
                  <a:pt x="129" y="1089"/>
                </a:lnTo>
                <a:lnTo>
                  <a:pt x="130" y="1089"/>
                </a:lnTo>
                <a:lnTo>
                  <a:pt x="131" y="1089"/>
                </a:lnTo>
                <a:lnTo>
                  <a:pt x="132" y="1089"/>
                </a:lnTo>
                <a:lnTo>
                  <a:pt x="134" y="1089"/>
                </a:lnTo>
                <a:lnTo>
                  <a:pt x="135" y="1089"/>
                </a:lnTo>
                <a:lnTo>
                  <a:pt x="136" y="1089"/>
                </a:lnTo>
                <a:lnTo>
                  <a:pt x="137" y="1089"/>
                </a:lnTo>
                <a:lnTo>
                  <a:pt x="138" y="1089"/>
                </a:lnTo>
                <a:lnTo>
                  <a:pt x="139" y="1089"/>
                </a:lnTo>
                <a:lnTo>
                  <a:pt x="140" y="1089"/>
                </a:lnTo>
                <a:lnTo>
                  <a:pt x="141" y="1089"/>
                </a:lnTo>
                <a:lnTo>
                  <a:pt x="142" y="1089"/>
                </a:lnTo>
                <a:lnTo>
                  <a:pt x="143" y="1089"/>
                </a:lnTo>
                <a:lnTo>
                  <a:pt x="144" y="1089"/>
                </a:lnTo>
                <a:lnTo>
                  <a:pt x="146" y="1089"/>
                </a:lnTo>
                <a:lnTo>
                  <a:pt x="147" y="1089"/>
                </a:lnTo>
                <a:lnTo>
                  <a:pt x="148" y="1089"/>
                </a:lnTo>
                <a:lnTo>
                  <a:pt x="149" y="1089"/>
                </a:lnTo>
                <a:lnTo>
                  <a:pt x="150" y="1089"/>
                </a:lnTo>
                <a:lnTo>
                  <a:pt x="151" y="1089"/>
                </a:lnTo>
                <a:lnTo>
                  <a:pt x="152" y="1089"/>
                </a:lnTo>
                <a:lnTo>
                  <a:pt x="153" y="1089"/>
                </a:lnTo>
                <a:lnTo>
                  <a:pt x="154" y="1089"/>
                </a:lnTo>
                <a:lnTo>
                  <a:pt x="155" y="1089"/>
                </a:lnTo>
                <a:lnTo>
                  <a:pt x="156" y="1089"/>
                </a:lnTo>
                <a:lnTo>
                  <a:pt x="158" y="1089"/>
                </a:lnTo>
                <a:lnTo>
                  <a:pt x="159" y="1089"/>
                </a:lnTo>
                <a:lnTo>
                  <a:pt x="160" y="1089"/>
                </a:lnTo>
                <a:lnTo>
                  <a:pt x="161" y="1089"/>
                </a:lnTo>
                <a:lnTo>
                  <a:pt x="162" y="1089"/>
                </a:lnTo>
                <a:lnTo>
                  <a:pt x="163" y="1089"/>
                </a:lnTo>
                <a:lnTo>
                  <a:pt x="164" y="1089"/>
                </a:lnTo>
                <a:lnTo>
                  <a:pt x="165" y="1089"/>
                </a:lnTo>
                <a:lnTo>
                  <a:pt x="167" y="1089"/>
                </a:lnTo>
                <a:lnTo>
                  <a:pt x="167" y="1089"/>
                </a:lnTo>
                <a:lnTo>
                  <a:pt x="168" y="1089"/>
                </a:lnTo>
                <a:lnTo>
                  <a:pt x="170" y="1089"/>
                </a:lnTo>
                <a:lnTo>
                  <a:pt x="171" y="1089"/>
                </a:lnTo>
                <a:lnTo>
                  <a:pt x="172" y="1089"/>
                </a:lnTo>
                <a:lnTo>
                  <a:pt x="173" y="1089"/>
                </a:lnTo>
                <a:lnTo>
                  <a:pt x="174" y="1089"/>
                </a:lnTo>
                <a:lnTo>
                  <a:pt x="175" y="1089"/>
                </a:lnTo>
                <a:lnTo>
                  <a:pt x="176" y="1089"/>
                </a:lnTo>
                <a:lnTo>
                  <a:pt x="178" y="1089"/>
                </a:lnTo>
                <a:lnTo>
                  <a:pt x="179" y="1089"/>
                </a:lnTo>
                <a:lnTo>
                  <a:pt x="180" y="1089"/>
                </a:lnTo>
                <a:lnTo>
                  <a:pt x="181" y="1089"/>
                </a:lnTo>
                <a:lnTo>
                  <a:pt x="182" y="1089"/>
                </a:lnTo>
                <a:lnTo>
                  <a:pt x="183" y="1089"/>
                </a:lnTo>
                <a:lnTo>
                  <a:pt x="184" y="1089"/>
                </a:lnTo>
                <a:lnTo>
                  <a:pt x="185" y="1089"/>
                </a:lnTo>
                <a:lnTo>
                  <a:pt x="186" y="1089"/>
                </a:lnTo>
                <a:lnTo>
                  <a:pt x="187" y="1089"/>
                </a:lnTo>
                <a:lnTo>
                  <a:pt x="188" y="1088"/>
                </a:lnTo>
                <a:lnTo>
                  <a:pt x="190" y="1088"/>
                </a:lnTo>
                <a:lnTo>
                  <a:pt x="191" y="1088"/>
                </a:lnTo>
                <a:lnTo>
                  <a:pt x="192" y="1087"/>
                </a:lnTo>
                <a:lnTo>
                  <a:pt x="193" y="1086"/>
                </a:lnTo>
                <a:lnTo>
                  <a:pt x="194" y="1086"/>
                </a:lnTo>
                <a:lnTo>
                  <a:pt x="195" y="1085"/>
                </a:lnTo>
                <a:lnTo>
                  <a:pt x="196" y="1084"/>
                </a:lnTo>
                <a:lnTo>
                  <a:pt x="197" y="1083"/>
                </a:lnTo>
                <a:lnTo>
                  <a:pt x="198" y="1082"/>
                </a:lnTo>
                <a:lnTo>
                  <a:pt x="199" y="1080"/>
                </a:lnTo>
                <a:lnTo>
                  <a:pt x="200" y="1078"/>
                </a:lnTo>
                <a:lnTo>
                  <a:pt x="202" y="1076"/>
                </a:lnTo>
                <a:lnTo>
                  <a:pt x="203" y="1073"/>
                </a:lnTo>
                <a:lnTo>
                  <a:pt x="204" y="1070"/>
                </a:lnTo>
                <a:lnTo>
                  <a:pt x="205" y="1066"/>
                </a:lnTo>
                <a:lnTo>
                  <a:pt x="206" y="1062"/>
                </a:lnTo>
                <a:lnTo>
                  <a:pt x="207" y="1057"/>
                </a:lnTo>
                <a:lnTo>
                  <a:pt x="208" y="1052"/>
                </a:lnTo>
                <a:lnTo>
                  <a:pt x="209" y="1045"/>
                </a:lnTo>
                <a:lnTo>
                  <a:pt x="210" y="1038"/>
                </a:lnTo>
                <a:lnTo>
                  <a:pt x="211" y="1030"/>
                </a:lnTo>
                <a:lnTo>
                  <a:pt x="212" y="1020"/>
                </a:lnTo>
                <a:lnTo>
                  <a:pt x="214" y="1010"/>
                </a:lnTo>
                <a:lnTo>
                  <a:pt x="215" y="999"/>
                </a:lnTo>
                <a:lnTo>
                  <a:pt x="216" y="986"/>
                </a:lnTo>
                <a:lnTo>
                  <a:pt x="217" y="972"/>
                </a:lnTo>
                <a:lnTo>
                  <a:pt x="218" y="956"/>
                </a:lnTo>
                <a:lnTo>
                  <a:pt x="219" y="939"/>
                </a:lnTo>
                <a:lnTo>
                  <a:pt x="220" y="920"/>
                </a:lnTo>
                <a:lnTo>
                  <a:pt x="221" y="899"/>
                </a:lnTo>
                <a:lnTo>
                  <a:pt x="222" y="877"/>
                </a:lnTo>
                <a:lnTo>
                  <a:pt x="223" y="853"/>
                </a:lnTo>
                <a:lnTo>
                  <a:pt x="224" y="827"/>
                </a:lnTo>
                <a:lnTo>
                  <a:pt x="226" y="800"/>
                </a:lnTo>
                <a:lnTo>
                  <a:pt x="227" y="770"/>
                </a:lnTo>
                <a:lnTo>
                  <a:pt x="228" y="740"/>
                </a:lnTo>
                <a:lnTo>
                  <a:pt x="229" y="707"/>
                </a:lnTo>
                <a:lnTo>
                  <a:pt x="230" y="673"/>
                </a:lnTo>
                <a:lnTo>
                  <a:pt x="231" y="638"/>
                </a:lnTo>
                <a:lnTo>
                  <a:pt x="232" y="601"/>
                </a:lnTo>
                <a:lnTo>
                  <a:pt x="233" y="564"/>
                </a:lnTo>
                <a:lnTo>
                  <a:pt x="234" y="525"/>
                </a:lnTo>
                <a:lnTo>
                  <a:pt x="235" y="486"/>
                </a:lnTo>
                <a:lnTo>
                  <a:pt x="236" y="447"/>
                </a:lnTo>
                <a:lnTo>
                  <a:pt x="238" y="407"/>
                </a:lnTo>
                <a:lnTo>
                  <a:pt x="239" y="367"/>
                </a:lnTo>
                <a:lnTo>
                  <a:pt x="240" y="328"/>
                </a:lnTo>
                <a:lnTo>
                  <a:pt x="241" y="290"/>
                </a:lnTo>
                <a:lnTo>
                  <a:pt x="242" y="252"/>
                </a:lnTo>
                <a:lnTo>
                  <a:pt x="243" y="217"/>
                </a:lnTo>
                <a:lnTo>
                  <a:pt x="244" y="183"/>
                </a:lnTo>
                <a:lnTo>
                  <a:pt x="245" y="151"/>
                </a:lnTo>
                <a:lnTo>
                  <a:pt x="246" y="121"/>
                </a:lnTo>
                <a:lnTo>
                  <a:pt x="247" y="94"/>
                </a:lnTo>
                <a:lnTo>
                  <a:pt x="249" y="70"/>
                </a:lnTo>
                <a:lnTo>
                  <a:pt x="250" y="49"/>
                </a:lnTo>
                <a:lnTo>
                  <a:pt x="251" y="32"/>
                </a:lnTo>
                <a:lnTo>
                  <a:pt x="252" y="18"/>
                </a:lnTo>
                <a:lnTo>
                  <a:pt x="253" y="8"/>
                </a:lnTo>
                <a:lnTo>
                  <a:pt x="254" y="2"/>
                </a:lnTo>
                <a:lnTo>
                  <a:pt x="255" y="0"/>
                </a:lnTo>
                <a:lnTo>
                  <a:pt x="256" y="1"/>
                </a:lnTo>
                <a:lnTo>
                  <a:pt x="257" y="7"/>
                </a:lnTo>
                <a:lnTo>
                  <a:pt x="258" y="16"/>
                </a:lnTo>
                <a:lnTo>
                  <a:pt x="259" y="29"/>
                </a:lnTo>
                <a:lnTo>
                  <a:pt x="261" y="46"/>
                </a:lnTo>
                <a:lnTo>
                  <a:pt x="262" y="66"/>
                </a:lnTo>
                <a:lnTo>
                  <a:pt x="263" y="89"/>
                </a:lnTo>
                <a:lnTo>
                  <a:pt x="264" y="116"/>
                </a:lnTo>
                <a:lnTo>
                  <a:pt x="265" y="145"/>
                </a:lnTo>
                <a:lnTo>
                  <a:pt x="266" y="176"/>
                </a:lnTo>
                <a:lnTo>
                  <a:pt x="267" y="210"/>
                </a:lnTo>
                <a:lnTo>
                  <a:pt x="268" y="245"/>
                </a:lnTo>
                <a:lnTo>
                  <a:pt x="270" y="282"/>
                </a:lnTo>
                <a:lnTo>
                  <a:pt x="270" y="320"/>
                </a:lnTo>
                <a:lnTo>
                  <a:pt x="271" y="359"/>
                </a:lnTo>
                <a:lnTo>
                  <a:pt x="273" y="399"/>
                </a:lnTo>
                <a:lnTo>
                  <a:pt x="274" y="438"/>
                </a:lnTo>
                <a:lnTo>
                  <a:pt x="275" y="478"/>
                </a:lnTo>
                <a:lnTo>
                  <a:pt x="276" y="517"/>
                </a:lnTo>
                <a:lnTo>
                  <a:pt x="277" y="556"/>
                </a:lnTo>
                <a:lnTo>
                  <a:pt x="278" y="594"/>
                </a:lnTo>
                <a:lnTo>
                  <a:pt x="279" y="631"/>
                </a:lnTo>
                <a:lnTo>
                  <a:pt x="280" y="666"/>
                </a:lnTo>
                <a:lnTo>
                  <a:pt x="282" y="701"/>
                </a:lnTo>
                <a:lnTo>
                  <a:pt x="283" y="733"/>
                </a:lnTo>
                <a:lnTo>
                  <a:pt x="283" y="764"/>
                </a:lnTo>
                <a:lnTo>
                  <a:pt x="285" y="794"/>
                </a:lnTo>
                <a:lnTo>
                  <a:pt x="286" y="822"/>
                </a:lnTo>
                <a:lnTo>
                  <a:pt x="287" y="848"/>
                </a:lnTo>
                <a:lnTo>
                  <a:pt x="288" y="872"/>
                </a:lnTo>
                <a:lnTo>
                  <a:pt x="289" y="895"/>
                </a:lnTo>
                <a:lnTo>
                  <a:pt x="290" y="916"/>
                </a:lnTo>
                <a:lnTo>
                  <a:pt x="291" y="935"/>
                </a:lnTo>
                <a:lnTo>
                  <a:pt x="292" y="952"/>
                </a:lnTo>
                <a:lnTo>
                  <a:pt x="294" y="969"/>
                </a:lnTo>
                <a:lnTo>
                  <a:pt x="295" y="983"/>
                </a:lnTo>
                <a:lnTo>
                  <a:pt x="295" y="996"/>
                </a:lnTo>
                <a:lnTo>
                  <a:pt x="297" y="1008"/>
                </a:lnTo>
                <a:lnTo>
                  <a:pt x="298" y="1018"/>
                </a:lnTo>
                <a:lnTo>
                  <a:pt x="299" y="1028"/>
                </a:lnTo>
                <a:lnTo>
                  <a:pt x="300" y="1036"/>
                </a:lnTo>
                <a:lnTo>
                  <a:pt x="301" y="1044"/>
                </a:lnTo>
                <a:lnTo>
                  <a:pt x="302" y="1050"/>
                </a:lnTo>
                <a:lnTo>
                  <a:pt x="303" y="1056"/>
                </a:lnTo>
                <a:lnTo>
                  <a:pt x="304" y="1061"/>
                </a:lnTo>
                <a:lnTo>
                  <a:pt x="306" y="1065"/>
                </a:lnTo>
                <a:lnTo>
                  <a:pt x="307" y="1069"/>
                </a:lnTo>
                <a:lnTo>
                  <a:pt x="308" y="1072"/>
                </a:lnTo>
                <a:lnTo>
                  <a:pt x="309" y="1075"/>
                </a:lnTo>
                <a:lnTo>
                  <a:pt x="310" y="1077"/>
                </a:lnTo>
                <a:lnTo>
                  <a:pt x="311" y="1079"/>
                </a:lnTo>
                <a:lnTo>
                  <a:pt x="312" y="1081"/>
                </a:lnTo>
                <a:lnTo>
                  <a:pt x="313" y="1083"/>
                </a:lnTo>
                <a:lnTo>
                  <a:pt x="314" y="1084"/>
                </a:lnTo>
                <a:lnTo>
                  <a:pt x="315" y="1085"/>
                </a:lnTo>
                <a:lnTo>
                  <a:pt x="317" y="1086"/>
                </a:lnTo>
                <a:lnTo>
                  <a:pt x="318" y="1086"/>
                </a:lnTo>
                <a:lnTo>
                  <a:pt x="319" y="1087"/>
                </a:lnTo>
                <a:lnTo>
                  <a:pt x="320" y="1088"/>
                </a:lnTo>
                <a:lnTo>
                  <a:pt x="321" y="1088"/>
                </a:lnTo>
                <a:lnTo>
                  <a:pt x="322" y="1088"/>
                </a:lnTo>
                <a:lnTo>
                  <a:pt x="323" y="1089"/>
                </a:lnTo>
                <a:lnTo>
                  <a:pt x="324" y="1089"/>
                </a:lnTo>
                <a:lnTo>
                  <a:pt x="325" y="1089"/>
                </a:lnTo>
                <a:lnTo>
                  <a:pt x="326" y="1089"/>
                </a:lnTo>
                <a:lnTo>
                  <a:pt x="327" y="1089"/>
                </a:lnTo>
                <a:lnTo>
                  <a:pt x="329" y="1089"/>
                </a:lnTo>
                <a:lnTo>
                  <a:pt x="330" y="1089"/>
                </a:lnTo>
                <a:lnTo>
                  <a:pt x="331" y="1089"/>
                </a:lnTo>
                <a:lnTo>
                  <a:pt x="332" y="1089"/>
                </a:lnTo>
                <a:lnTo>
                  <a:pt x="333" y="1089"/>
                </a:lnTo>
                <a:lnTo>
                  <a:pt x="334" y="1089"/>
                </a:lnTo>
                <a:lnTo>
                  <a:pt x="335" y="1089"/>
                </a:lnTo>
                <a:lnTo>
                  <a:pt x="336" y="1089"/>
                </a:lnTo>
                <a:lnTo>
                  <a:pt x="337" y="1089"/>
                </a:lnTo>
                <a:lnTo>
                  <a:pt x="338" y="1089"/>
                </a:lnTo>
                <a:lnTo>
                  <a:pt x="339" y="1089"/>
                </a:lnTo>
                <a:lnTo>
                  <a:pt x="341" y="1089"/>
                </a:lnTo>
                <a:lnTo>
                  <a:pt x="342" y="1089"/>
                </a:lnTo>
                <a:lnTo>
                  <a:pt x="343" y="1089"/>
                </a:lnTo>
                <a:lnTo>
                  <a:pt x="344" y="1089"/>
                </a:lnTo>
                <a:lnTo>
                  <a:pt x="345" y="1089"/>
                </a:lnTo>
                <a:lnTo>
                  <a:pt x="346" y="1089"/>
                </a:lnTo>
                <a:lnTo>
                  <a:pt x="347" y="1089"/>
                </a:lnTo>
                <a:lnTo>
                  <a:pt x="348" y="1089"/>
                </a:lnTo>
                <a:lnTo>
                  <a:pt x="349" y="1089"/>
                </a:lnTo>
                <a:lnTo>
                  <a:pt x="350" y="1089"/>
                </a:lnTo>
                <a:lnTo>
                  <a:pt x="351" y="1089"/>
                </a:lnTo>
                <a:lnTo>
                  <a:pt x="353" y="1089"/>
                </a:lnTo>
                <a:lnTo>
                  <a:pt x="354" y="1089"/>
                </a:lnTo>
                <a:lnTo>
                  <a:pt x="355" y="1089"/>
                </a:lnTo>
                <a:lnTo>
                  <a:pt x="356" y="1089"/>
                </a:lnTo>
                <a:lnTo>
                  <a:pt x="357" y="1089"/>
                </a:lnTo>
                <a:lnTo>
                  <a:pt x="358" y="1089"/>
                </a:lnTo>
                <a:lnTo>
                  <a:pt x="359" y="1089"/>
                </a:lnTo>
                <a:lnTo>
                  <a:pt x="360" y="1089"/>
                </a:lnTo>
                <a:lnTo>
                  <a:pt x="361" y="1089"/>
                </a:lnTo>
                <a:lnTo>
                  <a:pt x="362" y="1089"/>
                </a:lnTo>
                <a:lnTo>
                  <a:pt x="363" y="1089"/>
                </a:lnTo>
                <a:lnTo>
                  <a:pt x="365" y="1089"/>
                </a:lnTo>
                <a:lnTo>
                  <a:pt x="366" y="1089"/>
                </a:lnTo>
                <a:lnTo>
                  <a:pt x="367" y="1089"/>
                </a:lnTo>
                <a:lnTo>
                  <a:pt x="368" y="1089"/>
                </a:lnTo>
                <a:lnTo>
                  <a:pt x="369" y="1089"/>
                </a:lnTo>
                <a:lnTo>
                  <a:pt x="370" y="1089"/>
                </a:lnTo>
                <a:lnTo>
                  <a:pt x="371" y="1089"/>
                </a:lnTo>
                <a:lnTo>
                  <a:pt x="372" y="1089"/>
                </a:lnTo>
                <a:lnTo>
                  <a:pt x="373" y="1089"/>
                </a:lnTo>
                <a:lnTo>
                  <a:pt x="374" y="1089"/>
                </a:lnTo>
                <a:lnTo>
                  <a:pt x="375" y="1089"/>
                </a:lnTo>
                <a:lnTo>
                  <a:pt x="377" y="1089"/>
                </a:lnTo>
                <a:lnTo>
                  <a:pt x="378" y="1089"/>
                </a:lnTo>
                <a:lnTo>
                  <a:pt x="379" y="1089"/>
                </a:lnTo>
                <a:lnTo>
                  <a:pt x="380" y="1089"/>
                </a:lnTo>
                <a:lnTo>
                  <a:pt x="381" y="1089"/>
                </a:lnTo>
                <a:lnTo>
                  <a:pt x="382" y="1089"/>
                </a:lnTo>
                <a:lnTo>
                  <a:pt x="383" y="1089"/>
                </a:lnTo>
                <a:lnTo>
                  <a:pt x="385" y="1089"/>
                </a:lnTo>
                <a:lnTo>
                  <a:pt x="386" y="1089"/>
                </a:lnTo>
                <a:lnTo>
                  <a:pt x="386" y="1089"/>
                </a:lnTo>
                <a:lnTo>
                  <a:pt x="388" y="1089"/>
                </a:lnTo>
                <a:lnTo>
                  <a:pt x="389" y="1089"/>
                </a:lnTo>
                <a:lnTo>
                  <a:pt x="390" y="1089"/>
                </a:lnTo>
                <a:lnTo>
                  <a:pt x="391" y="1089"/>
                </a:lnTo>
                <a:lnTo>
                  <a:pt x="392" y="1089"/>
                </a:lnTo>
                <a:lnTo>
                  <a:pt x="393" y="1089"/>
                </a:lnTo>
                <a:lnTo>
                  <a:pt x="394" y="1089"/>
                </a:lnTo>
                <a:lnTo>
                  <a:pt x="395" y="1089"/>
                </a:lnTo>
                <a:lnTo>
                  <a:pt x="397" y="1089"/>
                </a:lnTo>
                <a:lnTo>
                  <a:pt x="398" y="1089"/>
                </a:lnTo>
                <a:lnTo>
                  <a:pt x="398" y="1089"/>
                </a:lnTo>
                <a:lnTo>
                  <a:pt x="400" y="1089"/>
                </a:lnTo>
                <a:lnTo>
                  <a:pt x="401" y="1089"/>
                </a:lnTo>
                <a:lnTo>
                  <a:pt x="402" y="1089"/>
                </a:lnTo>
                <a:lnTo>
                  <a:pt x="403" y="1089"/>
                </a:lnTo>
                <a:lnTo>
                  <a:pt x="404" y="1089"/>
                </a:lnTo>
                <a:lnTo>
                  <a:pt x="405" y="1089"/>
                </a:lnTo>
                <a:lnTo>
                  <a:pt x="406" y="1089"/>
                </a:lnTo>
                <a:lnTo>
                  <a:pt x="407" y="1089"/>
                </a:lnTo>
                <a:lnTo>
                  <a:pt x="409" y="1089"/>
                </a:lnTo>
                <a:lnTo>
                  <a:pt x="410" y="1089"/>
                </a:lnTo>
                <a:lnTo>
                  <a:pt x="411" y="1089"/>
                </a:lnTo>
                <a:lnTo>
                  <a:pt x="412" y="1089"/>
                </a:lnTo>
                <a:lnTo>
                  <a:pt x="413" y="1089"/>
                </a:lnTo>
                <a:lnTo>
                  <a:pt x="414" y="1089"/>
                </a:lnTo>
                <a:lnTo>
                  <a:pt x="415" y="1089"/>
                </a:lnTo>
                <a:lnTo>
                  <a:pt x="416" y="1089"/>
                </a:lnTo>
                <a:lnTo>
                  <a:pt x="417" y="1089"/>
                </a:lnTo>
                <a:lnTo>
                  <a:pt x="418" y="1089"/>
                </a:lnTo>
                <a:lnTo>
                  <a:pt x="419" y="1089"/>
                </a:lnTo>
                <a:lnTo>
                  <a:pt x="421" y="1089"/>
                </a:lnTo>
                <a:lnTo>
                  <a:pt x="422" y="1089"/>
                </a:lnTo>
                <a:lnTo>
                  <a:pt x="423" y="1089"/>
                </a:lnTo>
                <a:lnTo>
                  <a:pt x="424" y="1089"/>
                </a:lnTo>
                <a:lnTo>
                  <a:pt x="425" y="1089"/>
                </a:lnTo>
                <a:lnTo>
                  <a:pt x="426" y="1089"/>
                </a:lnTo>
                <a:lnTo>
                  <a:pt x="427" y="1089"/>
                </a:lnTo>
                <a:lnTo>
                  <a:pt x="428" y="1089"/>
                </a:lnTo>
                <a:lnTo>
                  <a:pt x="429" y="1089"/>
                </a:lnTo>
                <a:lnTo>
                  <a:pt x="430" y="1089"/>
                </a:lnTo>
                <a:lnTo>
                  <a:pt x="431" y="1089"/>
                </a:lnTo>
                <a:lnTo>
                  <a:pt x="433" y="1089"/>
                </a:lnTo>
                <a:lnTo>
                  <a:pt x="434" y="1089"/>
                </a:lnTo>
                <a:lnTo>
                  <a:pt x="435" y="1089"/>
                </a:lnTo>
                <a:lnTo>
                  <a:pt x="436" y="1089"/>
                </a:lnTo>
                <a:lnTo>
                  <a:pt x="437" y="1089"/>
                </a:lnTo>
                <a:lnTo>
                  <a:pt x="438" y="1089"/>
                </a:lnTo>
                <a:lnTo>
                  <a:pt x="439" y="1089"/>
                </a:lnTo>
                <a:lnTo>
                  <a:pt x="440" y="1089"/>
                </a:lnTo>
                <a:lnTo>
                  <a:pt x="441" y="1089"/>
                </a:lnTo>
                <a:lnTo>
                  <a:pt x="442" y="1089"/>
                </a:lnTo>
                <a:lnTo>
                  <a:pt x="443" y="1089"/>
                </a:lnTo>
                <a:lnTo>
                  <a:pt x="445" y="1089"/>
                </a:lnTo>
                <a:lnTo>
                  <a:pt x="446" y="1089"/>
                </a:lnTo>
                <a:lnTo>
                  <a:pt x="447" y="1089"/>
                </a:lnTo>
                <a:lnTo>
                  <a:pt x="448" y="1089"/>
                </a:lnTo>
                <a:lnTo>
                  <a:pt x="449" y="1089"/>
                </a:lnTo>
                <a:lnTo>
                  <a:pt x="450" y="1089"/>
                </a:lnTo>
                <a:lnTo>
                  <a:pt x="451" y="1089"/>
                </a:lnTo>
                <a:lnTo>
                  <a:pt x="452" y="1089"/>
                </a:lnTo>
                <a:lnTo>
                  <a:pt x="453" y="1089"/>
                </a:lnTo>
                <a:lnTo>
                  <a:pt x="454" y="1089"/>
                </a:lnTo>
                <a:lnTo>
                  <a:pt x="456" y="1089"/>
                </a:lnTo>
                <a:lnTo>
                  <a:pt x="457" y="1089"/>
                </a:lnTo>
                <a:lnTo>
                  <a:pt x="458" y="1089"/>
                </a:lnTo>
                <a:lnTo>
                  <a:pt x="459" y="1089"/>
                </a:lnTo>
                <a:lnTo>
                  <a:pt x="460" y="1089"/>
                </a:lnTo>
                <a:lnTo>
                  <a:pt x="461" y="1089"/>
                </a:lnTo>
                <a:lnTo>
                  <a:pt x="462" y="1089"/>
                </a:lnTo>
                <a:lnTo>
                  <a:pt x="463" y="1089"/>
                </a:lnTo>
                <a:lnTo>
                  <a:pt x="464" y="1089"/>
                </a:lnTo>
                <a:lnTo>
                  <a:pt x="465" y="1089"/>
                </a:lnTo>
                <a:lnTo>
                  <a:pt x="466" y="1089"/>
                </a:lnTo>
                <a:lnTo>
                  <a:pt x="468" y="1089"/>
                </a:lnTo>
                <a:lnTo>
                  <a:pt x="469" y="1089"/>
                </a:lnTo>
                <a:lnTo>
                  <a:pt x="470" y="1089"/>
                </a:lnTo>
                <a:lnTo>
                  <a:pt x="471" y="1089"/>
                </a:lnTo>
                <a:lnTo>
                  <a:pt x="472" y="1089"/>
                </a:lnTo>
                <a:lnTo>
                  <a:pt x="473" y="1089"/>
                </a:lnTo>
                <a:lnTo>
                  <a:pt x="474" y="1089"/>
                </a:lnTo>
                <a:lnTo>
                  <a:pt x="475" y="1089"/>
                </a:lnTo>
                <a:lnTo>
                  <a:pt x="476" y="1089"/>
                </a:lnTo>
                <a:lnTo>
                  <a:pt x="477" y="1089"/>
                </a:lnTo>
                <a:lnTo>
                  <a:pt x="478" y="1089"/>
                </a:lnTo>
                <a:lnTo>
                  <a:pt x="480" y="1089"/>
                </a:lnTo>
                <a:lnTo>
                  <a:pt x="481" y="1089"/>
                </a:lnTo>
                <a:lnTo>
                  <a:pt x="482" y="1089"/>
                </a:lnTo>
                <a:lnTo>
                  <a:pt x="483" y="1089"/>
                </a:lnTo>
                <a:lnTo>
                  <a:pt x="484" y="1089"/>
                </a:lnTo>
                <a:lnTo>
                  <a:pt x="485" y="1089"/>
                </a:lnTo>
                <a:lnTo>
                  <a:pt x="486" y="1089"/>
                </a:lnTo>
                <a:lnTo>
                  <a:pt x="487" y="1089"/>
                </a:lnTo>
                <a:lnTo>
                  <a:pt x="489" y="1089"/>
                </a:lnTo>
                <a:lnTo>
                  <a:pt x="489" y="1089"/>
                </a:lnTo>
                <a:lnTo>
                  <a:pt x="490" y="1089"/>
                </a:lnTo>
                <a:lnTo>
                  <a:pt x="492" y="1089"/>
                </a:lnTo>
                <a:lnTo>
                  <a:pt x="493" y="1089"/>
                </a:lnTo>
                <a:lnTo>
                  <a:pt x="494" y="1089"/>
                </a:lnTo>
                <a:lnTo>
                  <a:pt x="495" y="1089"/>
                </a:lnTo>
                <a:lnTo>
                  <a:pt x="496" y="1089"/>
                </a:lnTo>
                <a:lnTo>
                  <a:pt x="497" y="1089"/>
                </a:lnTo>
                <a:lnTo>
                  <a:pt x="498" y="1089"/>
                </a:lnTo>
                <a:lnTo>
                  <a:pt x="499" y="1089"/>
                </a:lnTo>
                <a:lnTo>
                  <a:pt x="501" y="1089"/>
                </a:lnTo>
                <a:lnTo>
                  <a:pt x="501" y="1089"/>
                </a:lnTo>
                <a:lnTo>
                  <a:pt x="502" y="1089"/>
                </a:lnTo>
                <a:lnTo>
                  <a:pt x="504" y="1089"/>
                </a:lnTo>
                <a:lnTo>
                  <a:pt x="505" y="1089"/>
                </a:lnTo>
                <a:lnTo>
                  <a:pt x="506" y="1089"/>
                </a:lnTo>
                <a:lnTo>
                  <a:pt x="507" y="1089"/>
                </a:lnTo>
                <a:lnTo>
                  <a:pt x="508" y="1089"/>
                </a:lnTo>
                <a:lnTo>
                  <a:pt x="509" y="1089"/>
                </a:lnTo>
                <a:lnTo>
                  <a:pt x="510" y="1089"/>
                </a:lnTo>
                <a:lnTo>
                  <a:pt x="511" y="1089"/>
                </a:lnTo>
                <a:lnTo>
                  <a:pt x="513" y="1089"/>
                </a:lnTo>
                <a:lnTo>
                  <a:pt x="514" y="1089"/>
                </a:lnTo>
                <a:lnTo>
                  <a:pt x="514" y="1089"/>
                </a:lnTo>
                <a:lnTo>
                  <a:pt x="516" y="1089"/>
                </a:lnTo>
                <a:lnTo>
                  <a:pt x="517" y="1089"/>
                </a:lnTo>
                <a:lnTo>
                  <a:pt x="518" y="1089"/>
                </a:lnTo>
                <a:lnTo>
                  <a:pt x="519" y="1089"/>
                </a:lnTo>
                <a:lnTo>
                  <a:pt x="520" y="1089"/>
                </a:lnTo>
                <a:lnTo>
                  <a:pt x="521" y="1089"/>
                </a:lnTo>
                <a:lnTo>
                  <a:pt x="522" y="1089"/>
                </a:lnTo>
                <a:lnTo>
                  <a:pt x="523" y="1089"/>
                </a:lnTo>
                <a:lnTo>
                  <a:pt x="525" y="1089"/>
                </a:lnTo>
                <a:lnTo>
                  <a:pt x="526" y="1089"/>
                </a:lnTo>
                <a:lnTo>
                  <a:pt x="527" y="1089"/>
                </a:lnTo>
                <a:lnTo>
                  <a:pt x="528" y="1089"/>
                </a:lnTo>
                <a:lnTo>
                  <a:pt x="529" y="1089"/>
                </a:lnTo>
                <a:lnTo>
                  <a:pt x="530" y="1089"/>
                </a:lnTo>
                <a:lnTo>
                  <a:pt x="531" y="1089"/>
                </a:lnTo>
                <a:lnTo>
                  <a:pt x="532" y="1089"/>
                </a:lnTo>
                <a:lnTo>
                  <a:pt x="533" y="1089"/>
                </a:lnTo>
                <a:lnTo>
                  <a:pt x="534" y="1089"/>
                </a:lnTo>
                <a:lnTo>
                  <a:pt x="536" y="1089"/>
                </a:lnTo>
                <a:lnTo>
                  <a:pt x="537" y="1089"/>
                </a:lnTo>
                <a:lnTo>
                  <a:pt x="538" y="1089"/>
                </a:lnTo>
                <a:lnTo>
                  <a:pt x="539" y="1089"/>
                </a:lnTo>
                <a:lnTo>
                  <a:pt x="540" y="1089"/>
                </a:lnTo>
                <a:lnTo>
                  <a:pt x="541" y="1089"/>
                </a:lnTo>
                <a:lnTo>
                  <a:pt x="542" y="1089"/>
                </a:lnTo>
                <a:lnTo>
                  <a:pt x="543" y="1089"/>
                </a:lnTo>
                <a:lnTo>
                  <a:pt x="544" y="1089"/>
                </a:lnTo>
                <a:lnTo>
                  <a:pt x="545" y="1089"/>
                </a:lnTo>
                <a:lnTo>
                  <a:pt x="546" y="1089"/>
                </a:lnTo>
                <a:lnTo>
                  <a:pt x="548" y="1089"/>
                </a:lnTo>
                <a:lnTo>
                  <a:pt x="549" y="1089"/>
                </a:lnTo>
                <a:lnTo>
                  <a:pt x="550" y="1089"/>
                </a:lnTo>
                <a:lnTo>
                  <a:pt x="551" y="1089"/>
                </a:lnTo>
                <a:lnTo>
                  <a:pt x="552" y="1089"/>
                </a:lnTo>
                <a:lnTo>
                  <a:pt x="553" y="1089"/>
                </a:lnTo>
                <a:lnTo>
                  <a:pt x="554" y="1089"/>
                </a:lnTo>
                <a:lnTo>
                  <a:pt x="555" y="1089"/>
                </a:lnTo>
                <a:lnTo>
                  <a:pt x="556" y="1089"/>
                </a:lnTo>
                <a:lnTo>
                  <a:pt x="557" y="1089"/>
                </a:lnTo>
                <a:lnTo>
                  <a:pt x="558" y="1089"/>
                </a:lnTo>
                <a:lnTo>
                  <a:pt x="560" y="1089"/>
                </a:lnTo>
                <a:lnTo>
                  <a:pt x="561" y="1089"/>
                </a:lnTo>
                <a:lnTo>
                  <a:pt x="562" y="1089"/>
                </a:lnTo>
                <a:lnTo>
                  <a:pt x="563" y="1089"/>
                </a:lnTo>
                <a:lnTo>
                  <a:pt x="564" y="1089"/>
                </a:lnTo>
                <a:lnTo>
                  <a:pt x="565" y="1089"/>
                </a:lnTo>
                <a:lnTo>
                  <a:pt x="566" y="1089"/>
                </a:lnTo>
                <a:lnTo>
                  <a:pt x="567" y="1089"/>
                </a:lnTo>
                <a:lnTo>
                  <a:pt x="568" y="1089"/>
                </a:lnTo>
                <a:lnTo>
                  <a:pt x="569" y="1089"/>
                </a:lnTo>
                <a:lnTo>
                  <a:pt x="570" y="1089"/>
                </a:lnTo>
                <a:lnTo>
                  <a:pt x="572" y="1089"/>
                </a:lnTo>
                <a:lnTo>
                  <a:pt x="573" y="1089"/>
                </a:lnTo>
                <a:lnTo>
                  <a:pt x="574" y="1089"/>
                </a:lnTo>
                <a:lnTo>
                  <a:pt x="575" y="1089"/>
                </a:lnTo>
                <a:lnTo>
                  <a:pt x="576" y="1089"/>
                </a:lnTo>
                <a:lnTo>
                  <a:pt x="577" y="1089"/>
                </a:lnTo>
                <a:lnTo>
                  <a:pt x="578" y="1089"/>
                </a:lnTo>
                <a:lnTo>
                  <a:pt x="579" y="1089"/>
                </a:lnTo>
                <a:lnTo>
                  <a:pt x="580" y="1089"/>
                </a:lnTo>
                <a:lnTo>
                  <a:pt x="581" y="1089"/>
                </a:lnTo>
                <a:lnTo>
                  <a:pt x="582" y="1089"/>
                </a:lnTo>
                <a:lnTo>
                  <a:pt x="584" y="1089"/>
                </a:lnTo>
                <a:lnTo>
                  <a:pt x="585" y="1089"/>
                </a:lnTo>
                <a:lnTo>
                  <a:pt x="586" y="1089"/>
                </a:lnTo>
                <a:lnTo>
                  <a:pt x="587" y="1089"/>
                </a:lnTo>
                <a:lnTo>
                  <a:pt x="588" y="1089"/>
                </a:lnTo>
                <a:lnTo>
                  <a:pt x="589" y="1089"/>
                </a:lnTo>
                <a:lnTo>
                  <a:pt x="590" y="1089"/>
                </a:lnTo>
                <a:lnTo>
                  <a:pt x="591" y="1089"/>
                </a:lnTo>
                <a:lnTo>
                  <a:pt x="592" y="1089"/>
                </a:lnTo>
                <a:lnTo>
                  <a:pt x="593" y="1089"/>
                </a:lnTo>
                <a:lnTo>
                  <a:pt x="594" y="1089"/>
                </a:lnTo>
                <a:lnTo>
                  <a:pt x="596" y="1089"/>
                </a:lnTo>
                <a:lnTo>
                  <a:pt x="597" y="1089"/>
                </a:lnTo>
                <a:lnTo>
                  <a:pt x="598" y="1089"/>
                </a:lnTo>
                <a:lnTo>
                  <a:pt x="599" y="1089"/>
                </a:lnTo>
                <a:lnTo>
                  <a:pt x="600" y="1089"/>
                </a:lnTo>
                <a:lnTo>
                  <a:pt x="601" y="1089"/>
                </a:lnTo>
                <a:lnTo>
                  <a:pt x="602" y="1089"/>
                </a:lnTo>
                <a:lnTo>
                  <a:pt x="604" y="1089"/>
                </a:lnTo>
                <a:lnTo>
                  <a:pt x="605" y="1089"/>
                </a:lnTo>
                <a:lnTo>
                  <a:pt x="605" y="1089"/>
                </a:lnTo>
                <a:lnTo>
                  <a:pt x="607" y="1089"/>
                </a:lnTo>
                <a:lnTo>
                  <a:pt x="608" y="1089"/>
                </a:lnTo>
                <a:lnTo>
                  <a:pt x="609" y="1089"/>
                </a:lnTo>
                <a:lnTo>
                  <a:pt x="610" y="1089"/>
                </a:lnTo>
                <a:lnTo>
                  <a:pt x="611" y="1089"/>
                </a:lnTo>
                <a:lnTo>
                  <a:pt x="612" y="1089"/>
                </a:lnTo>
                <a:lnTo>
                  <a:pt x="613" y="1089"/>
                </a:lnTo>
                <a:lnTo>
                  <a:pt x="614" y="1089"/>
                </a:lnTo>
                <a:lnTo>
                  <a:pt x="616" y="1089"/>
                </a:lnTo>
                <a:lnTo>
                  <a:pt x="617" y="1089"/>
                </a:lnTo>
                <a:lnTo>
                  <a:pt x="617" y="1089"/>
                </a:lnTo>
                <a:lnTo>
                  <a:pt x="619" y="1089"/>
                </a:lnTo>
                <a:lnTo>
                  <a:pt x="620" y="1089"/>
                </a:lnTo>
                <a:lnTo>
                  <a:pt x="621" y="1089"/>
                </a:lnTo>
                <a:lnTo>
                  <a:pt x="622" y="1089"/>
                </a:lnTo>
                <a:lnTo>
                  <a:pt x="623" y="1089"/>
                </a:lnTo>
                <a:lnTo>
                  <a:pt x="624" y="1089"/>
                </a:lnTo>
                <a:lnTo>
                  <a:pt x="625" y="1089"/>
                </a:lnTo>
                <a:lnTo>
                  <a:pt x="626" y="1089"/>
                </a:lnTo>
                <a:lnTo>
                  <a:pt x="628" y="1089"/>
                </a:lnTo>
                <a:lnTo>
                  <a:pt x="629" y="1089"/>
                </a:lnTo>
                <a:lnTo>
                  <a:pt x="630" y="1089"/>
                </a:lnTo>
                <a:lnTo>
                  <a:pt x="631" y="1089"/>
                </a:lnTo>
                <a:lnTo>
                  <a:pt x="632" y="1089"/>
                </a:lnTo>
                <a:lnTo>
                  <a:pt x="633" y="1089"/>
                </a:lnTo>
                <a:lnTo>
                  <a:pt x="634" y="1089"/>
                </a:lnTo>
                <a:lnTo>
                  <a:pt x="635" y="1089"/>
                </a:lnTo>
                <a:lnTo>
                  <a:pt x="636" y="1089"/>
                </a:lnTo>
                <a:lnTo>
                  <a:pt x="637" y="1089"/>
                </a:lnTo>
                <a:lnTo>
                  <a:pt x="638" y="1089"/>
                </a:lnTo>
                <a:lnTo>
                  <a:pt x="640" y="1089"/>
                </a:lnTo>
                <a:lnTo>
                  <a:pt x="641" y="1089"/>
                </a:lnTo>
                <a:lnTo>
                  <a:pt x="642" y="1089"/>
                </a:lnTo>
                <a:lnTo>
                  <a:pt x="643" y="1089"/>
                </a:lnTo>
                <a:lnTo>
                  <a:pt x="644" y="1089"/>
                </a:lnTo>
                <a:lnTo>
                  <a:pt x="645" y="1089"/>
                </a:lnTo>
                <a:lnTo>
                  <a:pt x="646" y="1089"/>
                </a:lnTo>
                <a:lnTo>
                  <a:pt x="647" y="1089"/>
                </a:lnTo>
                <a:lnTo>
                  <a:pt x="648" y="1089"/>
                </a:lnTo>
                <a:lnTo>
                  <a:pt x="649" y="1089"/>
                </a:lnTo>
                <a:lnTo>
                  <a:pt x="650" y="1089"/>
                </a:lnTo>
                <a:lnTo>
                  <a:pt x="652" y="1089"/>
                </a:lnTo>
                <a:lnTo>
                  <a:pt x="653" y="1089"/>
                </a:lnTo>
                <a:lnTo>
                  <a:pt x="654" y="1089"/>
                </a:lnTo>
                <a:lnTo>
                  <a:pt x="655" y="1089"/>
                </a:lnTo>
                <a:lnTo>
                  <a:pt x="656" y="1089"/>
                </a:lnTo>
                <a:lnTo>
                  <a:pt x="657" y="1089"/>
                </a:lnTo>
                <a:lnTo>
                  <a:pt x="658" y="1089"/>
                </a:lnTo>
                <a:lnTo>
                  <a:pt x="659" y="1089"/>
                </a:lnTo>
                <a:lnTo>
                  <a:pt x="660" y="1089"/>
                </a:lnTo>
                <a:lnTo>
                  <a:pt x="661" y="1089"/>
                </a:lnTo>
                <a:lnTo>
                  <a:pt x="662" y="1089"/>
                </a:lnTo>
                <a:lnTo>
                  <a:pt x="664" y="1089"/>
                </a:lnTo>
                <a:lnTo>
                  <a:pt x="665" y="1089"/>
                </a:lnTo>
                <a:lnTo>
                  <a:pt x="666" y="1089"/>
                </a:lnTo>
                <a:lnTo>
                  <a:pt x="667" y="1089"/>
                </a:lnTo>
                <a:lnTo>
                  <a:pt x="668" y="1089"/>
                </a:lnTo>
                <a:lnTo>
                  <a:pt x="669" y="1089"/>
                </a:lnTo>
                <a:lnTo>
                  <a:pt x="670" y="1089"/>
                </a:lnTo>
                <a:lnTo>
                  <a:pt x="671" y="1089"/>
                </a:lnTo>
                <a:lnTo>
                  <a:pt x="672" y="1089"/>
                </a:lnTo>
                <a:lnTo>
                  <a:pt x="673" y="1089"/>
                </a:lnTo>
                <a:lnTo>
                  <a:pt x="675" y="1089"/>
                </a:lnTo>
                <a:lnTo>
                  <a:pt x="676" y="1089"/>
                </a:lnTo>
                <a:lnTo>
                  <a:pt x="677" y="1089"/>
                </a:lnTo>
                <a:lnTo>
                  <a:pt x="678" y="1089"/>
                </a:lnTo>
                <a:lnTo>
                  <a:pt x="679" y="1089"/>
                </a:lnTo>
                <a:lnTo>
                  <a:pt x="680" y="1089"/>
                </a:lnTo>
                <a:lnTo>
                  <a:pt x="681" y="1089"/>
                </a:lnTo>
                <a:lnTo>
                  <a:pt x="682" y="1089"/>
                </a:lnTo>
                <a:lnTo>
                  <a:pt x="683" y="1089"/>
                </a:lnTo>
                <a:lnTo>
                  <a:pt x="684" y="1089"/>
                </a:lnTo>
                <a:lnTo>
                  <a:pt x="685" y="1089"/>
                </a:lnTo>
                <a:lnTo>
                  <a:pt x="687" y="1089"/>
                </a:lnTo>
                <a:lnTo>
                  <a:pt x="688" y="1089"/>
                </a:lnTo>
                <a:lnTo>
                  <a:pt x="689" y="1089"/>
                </a:lnTo>
                <a:lnTo>
                  <a:pt x="690" y="1089"/>
                </a:lnTo>
                <a:lnTo>
                  <a:pt x="691" y="1089"/>
                </a:lnTo>
                <a:lnTo>
                  <a:pt x="692" y="1089"/>
                </a:lnTo>
                <a:lnTo>
                  <a:pt x="693" y="1089"/>
                </a:lnTo>
                <a:lnTo>
                  <a:pt x="694" y="1089"/>
                </a:lnTo>
                <a:lnTo>
                  <a:pt x="695" y="1089"/>
                </a:lnTo>
                <a:lnTo>
                  <a:pt x="696" y="1089"/>
                </a:lnTo>
                <a:lnTo>
                  <a:pt x="697" y="1089"/>
                </a:lnTo>
                <a:lnTo>
                  <a:pt x="699" y="1089"/>
                </a:lnTo>
                <a:lnTo>
                  <a:pt x="700" y="1089"/>
                </a:lnTo>
                <a:lnTo>
                  <a:pt x="701" y="1089"/>
                </a:lnTo>
                <a:lnTo>
                  <a:pt x="702" y="1089"/>
                </a:lnTo>
                <a:lnTo>
                  <a:pt x="703" y="1089"/>
                </a:lnTo>
                <a:lnTo>
                  <a:pt x="704" y="1089"/>
                </a:lnTo>
                <a:lnTo>
                  <a:pt x="705" y="1089"/>
                </a:lnTo>
                <a:lnTo>
                  <a:pt x="706" y="1089"/>
                </a:lnTo>
                <a:lnTo>
                  <a:pt x="708" y="1089"/>
                </a:lnTo>
                <a:lnTo>
                  <a:pt x="708" y="1089"/>
                </a:lnTo>
                <a:lnTo>
                  <a:pt x="709" y="1089"/>
                </a:lnTo>
                <a:lnTo>
                  <a:pt x="711" y="1089"/>
                </a:lnTo>
                <a:lnTo>
                  <a:pt x="712" y="1089"/>
                </a:lnTo>
                <a:lnTo>
                  <a:pt x="713" y="1089"/>
                </a:lnTo>
                <a:lnTo>
                  <a:pt x="714" y="1089"/>
                </a:lnTo>
                <a:lnTo>
                  <a:pt x="715" y="1089"/>
                </a:lnTo>
                <a:lnTo>
                  <a:pt x="716" y="1089"/>
                </a:lnTo>
                <a:lnTo>
                  <a:pt x="717" y="1089"/>
                </a:lnTo>
                <a:lnTo>
                  <a:pt x="718" y="1089"/>
                </a:lnTo>
                <a:lnTo>
                  <a:pt x="720" y="1089"/>
                </a:lnTo>
                <a:lnTo>
                  <a:pt x="720" y="1089"/>
                </a:lnTo>
                <a:lnTo>
                  <a:pt x="721" y="1089"/>
                </a:lnTo>
                <a:lnTo>
                  <a:pt x="723" y="1089"/>
                </a:lnTo>
                <a:lnTo>
                  <a:pt x="724" y="1089"/>
                </a:lnTo>
                <a:lnTo>
                  <a:pt x="725" y="1089"/>
                </a:lnTo>
                <a:lnTo>
                  <a:pt x="726" y="1089"/>
                </a:lnTo>
                <a:lnTo>
                  <a:pt x="727" y="1089"/>
                </a:lnTo>
                <a:lnTo>
                  <a:pt x="728" y="1089"/>
                </a:lnTo>
                <a:lnTo>
                  <a:pt x="729" y="1089"/>
                </a:lnTo>
                <a:lnTo>
                  <a:pt x="730" y="1089"/>
                </a:lnTo>
                <a:lnTo>
                  <a:pt x="732" y="1089"/>
                </a:lnTo>
                <a:lnTo>
                  <a:pt x="733" y="1089"/>
                </a:lnTo>
                <a:lnTo>
                  <a:pt x="733" y="1089"/>
                </a:lnTo>
                <a:lnTo>
                  <a:pt x="735" y="1089"/>
                </a:lnTo>
                <a:lnTo>
                  <a:pt x="736" y="1089"/>
                </a:lnTo>
                <a:lnTo>
                  <a:pt x="737" y="1089"/>
                </a:lnTo>
                <a:lnTo>
                  <a:pt x="738" y="1089"/>
                </a:lnTo>
                <a:lnTo>
                  <a:pt x="739" y="1089"/>
                </a:lnTo>
                <a:lnTo>
                  <a:pt x="740" y="1089"/>
                </a:lnTo>
                <a:lnTo>
                  <a:pt x="741" y="1089"/>
                </a:lnTo>
                <a:lnTo>
                  <a:pt x="743" y="1089"/>
                </a:lnTo>
                <a:lnTo>
                  <a:pt x="744" y="1089"/>
                </a:lnTo>
                <a:lnTo>
                  <a:pt x="745" y="1089"/>
                </a:lnTo>
                <a:lnTo>
                  <a:pt x="746" y="1089"/>
                </a:lnTo>
                <a:lnTo>
                  <a:pt x="747" y="1089"/>
                </a:lnTo>
                <a:lnTo>
                  <a:pt x="748" y="1089"/>
                </a:lnTo>
                <a:lnTo>
                  <a:pt x="749" y="1089"/>
                </a:lnTo>
                <a:lnTo>
                  <a:pt x="750" y="1089"/>
                </a:lnTo>
                <a:lnTo>
                  <a:pt x="751" y="1089"/>
                </a:lnTo>
                <a:lnTo>
                  <a:pt x="752" y="1089"/>
                </a:lnTo>
                <a:lnTo>
                  <a:pt x="753" y="1089"/>
                </a:lnTo>
                <a:lnTo>
                  <a:pt x="755" y="1089"/>
                </a:lnTo>
                <a:lnTo>
                  <a:pt x="756" y="1089"/>
                </a:lnTo>
                <a:lnTo>
                  <a:pt x="757" y="1089"/>
                </a:lnTo>
                <a:lnTo>
                  <a:pt x="758" y="1089"/>
                </a:lnTo>
                <a:lnTo>
                  <a:pt x="759" y="1089"/>
                </a:lnTo>
                <a:lnTo>
                  <a:pt x="760" y="1089"/>
                </a:lnTo>
                <a:lnTo>
                  <a:pt x="761" y="1089"/>
                </a:lnTo>
                <a:lnTo>
                  <a:pt x="762" y="1089"/>
                </a:lnTo>
                <a:lnTo>
                  <a:pt x="763" y="1089"/>
                </a:lnTo>
                <a:lnTo>
                  <a:pt x="764" y="1089"/>
                </a:lnTo>
                <a:lnTo>
                  <a:pt x="765" y="1089"/>
                </a:lnTo>
                <a:lnTo>
                  <a:pt x="767" y="1089"/>
                </a:lnTo>
                <a:lnTo>
                  <a:pt x="768" y="1089"/>
                </a:lnTo>
                <a:lnTo>
                  <a:pt x="769" y="1089"/>
                </a:lnTo>
                <a:lnTo>
                  <a:pt x="770" y="1089"/>
                </a:lnTo>
                <a:lnTo>
                  <a:pt x="771" y="1089"/>
                </a:lnTo>
                <a:lnTo>
                  <a:pt x="772" y="1089"/>
                </a:lnTo>
                <a:lnTo>
                  <a:pt x="773" y="1089"/>
                </a:lnTo>
                <a:lnTo>
                  <a:pt x="774" y="1089"/>
                </a:lnTo>
                <a:lnTo>
                  <a:pt x="775" y="1089"/>
                </a:lnTo>
                <a:lnTo>
                  <a:pt x="776" y="1089"/>
                </a:lnTo>
                <a:lnTo>
                  <a:pt x="777" y="1089"/>
                </a:lnTo>
                <a:lnTo>
                  <a:pt x="779" y="1089"/>
                </a:lnTo>
                <a:lnTo>
                  <a:pt x="780" y="1089"/>
                </a:lnTo>
                <a:lnTo>
                  <a:pt x="781" y="1089"/>
                </a:lnTo>
                <a:lnTo>
                  <a:pt x="782" y="1089"/>
                </a:lnTo>
                <a:lnTo>
                  <a:pt x="783" y="1089"/>
                </a:lnTo>
                <a:lnTo>
                  <a:pt x="784" y="1089"/>
                </a:lnTo>
                <a:lnTo>
                  <a:pt x="785" y="1089"/>
                </a:lnTo>
                <a:lnTo>
                  <a:pt x="786" y="1089"/>
                </a:lnTo>
                <a:lnTo>
                  <a:pt x="787" y="1089"/>
                </a:lnTo>
                <a:lnTo>
                  <a:pt x="788" y="1089"/>
                </a:lnTo>
                <a:lnTo>
                  <a:pt x="789" y="1089"/>
                </a:lnTo>
                <a:lnTo>
                  <a:pt x="791" y="1089"/>
                </a:lnTo>
                <a:lnTo>
                  <a:pt x="792" y="1089"/>
                </a:lnTo>
                <a:lnTo>
                  <a:pt x="793" y="1089"/>
                </a:lnTo>
                <a:lnTo>
                  <a:pt x="794" y="1089"/>
                </a:lnTo>
                <a:lnTo>
                  <a:pt x="795" y="1089"/>
                </a:lnTo>
                <a:lnTo>
                  <a:pt x="796" y="1089"/>
                </a:lnTo>
                <a:lnTo>
                  <a:pt x="797" y="1089"/>
                </a:lnTo>
                <a:lnTo>
                  <a:pt x="798" y="1089"/>
                </a:lnTo>
                <a:lnTo>
                  <a:pt x="799" y="1089"/>
                </a:lnTo>
                <a:lnTo>
                  <a:pt x="800" y="1089"/>
                </a:lnTo>
                <a:lnTo>
                  <a:pt x="801" y="1089"/>
                </a:lnTo>
                <a:lnTo>
                  <a:pt x="803" y="1089"/>
                </a:lnTo>
                <a:lnTo>
                  <a:pt x="804" y="1089"/>
                </a:lnTo>
                <a:lnTo>
                  <a:pt x="805" y="1089"/>
                </a:lnTo>
                <a:lnTo>
                  <a:pt x="806" y="1089"/>
                </a:lnTo>
                <a:lnTo>
                  <a:pt x="807" y="1089"/>
                </a:lnTo>
                <a:lnTo>
                  <a:pt x="808" y="1089"/>
                </a:lnTo>
                <a:lnTo>
                  <a:pt x="809" y="1089"/>
                </a:lnTo>
                <a:lnTo>
                  <a:pt x="811" y="1089"/>
                </a:lnTo>
                <a:lnTo>
                  <a:pt x="811" y="1089"/>
                </a:lnTo>
                <a:lnTo>
                  <a:pt x="812" y="1089"/>
                </a:lnTo>
                <a:lnTo>
                  <a:pt x="814" y="1089"/>
                </a:lnTo>
                <a:lnTo>
                  <a:pt x="815" y="1089"/>
                </a:lnTo>
                <a:lnTo>
                  <a:pt x="816" y="1089"/>
                </a:lnTo>
                <a:lnTo>
                  <a:pt x="817" y="1089"/>
                </a:lnTo>
                <a:lnTo>
                  <a:pt x="818" y="1089"/>
                </a:lnTo>
                <a:lnTo>
                  <a:pt x="819" y="1089"/>
                </a:lnTo>
                <a:lnTo>
                  <a:pt x="820" y="1089"/>
                </a:lnTo>
                <a:lnTo>
                  <a:pt x="821" y="1089"/>
                </a:lnTo>
                <a:lnTo>
                  <a:pt x="823" y="1089"/>
                </a:lnTo>
                <a:lnTo>
                  <a:pt x="823" y="1089"/>
                </a:lnTo>
                <a:lnTo>
                  <a:pt x="824" y="1089"/>
                </a:lnTo>
                <a:lnTo>
                  <a:pt x="826" y="1089"/>
                </a:lnTo>
                <a:lnTo>
                  <a:pt x="827" y="1089"/>
                </a:lnTo>
                <a:lnTo>
                  <a:pt x="828" y="1089"/>
                </a:lnTo>
                <a:lnTo>
                  <a:pt x="829" y="1089"/>
                </a:lnTo>
                <a:lnTo>
                  <a:pt x="830" y="1089"/>
                </a:lnTo>
                <a:lnTo>
                  <a:pt x="831" y="1089"/>
                </a:lnTo>
                <a:lnTo>
                  <a:pt x="832" y="1089"/>
                </a:lnTo>
                <a:lnTo>
                  <a:pt x="833" y="1089"/>
                </a:lnTo>
                <a:lnTo>
                  <a:pt x="835" y="1089"/>
                </a:lnTo>
                <a:lnTo>
                  <a:pt x="836" y="1089"/>
                </a:lnTo>
                <a:lnTo>
                  <a:pt x="836" y="1089"/>
                </a:lnTo>
                <a:lnTo>
                  <a:pt x="838" y="1089"/>
                </a:lnTo>
                <a:lnTo>
                  <a:pt x="839" y="1089"/>
                </a:lnTo>
                <a:lnTo>
                  <a:pt x="840" y="1089"/>
                </a:lnTo>
                <a:lnTo>
                  <a:pt x="841" y="1089"/>
                </a:lnTo>
                <a:lnTo>
                  <a:pt x="842" y="1089"/>
                </a:lnTo>
                <a:lnTo>
                  <a:pt x="843" y="1089"/>
                </a:lnTo>
                <a:lnTo>
                  <a:pt x="844" y="1089"/>
                </a:lnTo>
                <a:lnTo>
                  <a:pt x="845" y="1089"/>
                </a:lnTo>
                <a:lnTo>
                  <a:pt x="847" y="1089"/>
                </a:lnTo>
                <a:lnTo>
                  <a:pt x="848" y="1089"/>
                </a:lnTo>
                <a:lnTo>
                  <a:pt x="849" y="1089"/>
                </a:lnTo>
                <a:lnTo>
                  <a:pt x="850" y="1089"/>
                </a:lnTo>
                <a:lnTo>
                  <a:pt x="851" y="1089"/>
                </a:lnTo>
                <a:lnTo>
                  <a:pt x="852" y="1089"/>
                </a:lnTo>
                <a:lnTo>
                  <a:pt x="853" y="1089"/>
                </a:lnTo>
                <a:lnTo>
                  <a:pt x="854" y="1089"/>
                </a:lnTo>
                <a:lnTo>
                  <a:pt x="855" y="1089"/>
                </a:lnTo>
                <a:lnTo>
                  <a:pt x="856" y="1089"/>
                </a:lnTo>
                <a:lnTo>
                  <a:pt x="857" y="1089"/>
                </a:lnTo>
                <a:lnTo>
                  <a:pt x="859" y="1089"/>
                </a:lnTo>
                <a:lnTo>
                  <a:pt x="860" y="1089"/>
                </a:lnTo>
                <a:lnTo>
                  <a:pt x="861" y="1089"/>
                </a:lnTo>
                <a:lnTo>
                  <a:pt x="862" y="1089"/>
                </a:lnTo>
                <a:lnTo>
                  <a:pt x="863" y="1089"/>
                </a:lnTo>
                <a:lnTo>
                  <a:pt x="864" y="1089"/>
                </a:lnTo>
                <a:lnTo>
                  <a:pt x="865" y="1089"/>
                </a:lnTo>
                <a:lnTo>
                  <a:pt x="866" y="1089"/>
                </a:lnTo>
                <a:lnTo>
                  <a:pt x="867" y="1089"/>
                </a:lnTo>
                <a:lnTo>
                  <a:pt x="868" y="1089"/>
                </a:lnTo>
                <a:lnTo>
                  <a:pt x="869" y="1089"/>
                </a:lnTo>
                <a:lnTo>
                  <a:pt x="871" y="1089"/>
                </a:lnTo>
                <a:lnTo>
                  <a:pt x="872" y="1089"/>
                </a:lnTo>
                <a:lnTo>
                  <a:pt x="873" y="1089"/>
                </a:lnTo>
                <a:lnTo>
                  <a:pt x="874" y="1089"/>
                </a:lnTo>
                <a:lnTo>
                  <a:pt x="875" y="1089"/>
                </a:lnTo>
                <a:lnTo>
                  <a:pt x="876" y="1089"/>
                </a:lnTo>
                <a:lnTo>
                  <a:pt x="877" y="1089"/>
                </a:lnTo>
                <a:lnTo>
                  <a:pt x="878" y="1089"/>
                </a:lnTo>
                <a:lnTo>
                  <a:pt x="879" y="1089"/>
                </a:lnTo>
                <a:lnTo>
                  <a:pt x="880" y="1089"/>
                </a:lnTo>
                <a:lnTo>
                  <a:pt x="882" y="1089"/>
                </a:lnTo>
                <a:lnTo>
                  <a:pt x="883" y="1089"/>
                </a:lnTo>
                <a:lnTo>
                  <a:pt x="884" y="1089"/>
                </a:lnTo>
                <a:lnTo>
                  <a:pt x="885" y="1089"/>
                </a:lnTo>
                <a:lnTo>
                  <a:pt x="886" y="1089"/>
                </a:lnTo>
                <a:lnTo>
                  <a:pt x="887" y="1089"/>
                </a:lnTo>
                <a:lnTo>
                  <a:pt x="888" y="1089"/>
                </a:lnTo>
                <a:lnTo>
                  <a:pt x="889" y="1089"/>
                </a:lnTo>
                <a:lnTo>
                  <a:pt x="890" y="1089"/>
                </a:lnTo>
                <a:lnTo>
                  <a:pt x="891" y="1089"/>
                </a:lnTo>
                <a:lnTo>
                  <a:pt x="892" y="1089"/>
                </a:lnTo>
                <a:lnTo>
                  <a:pt x="894" y="1089"/>
                </a:lnTo>
                <a:lnTo>
                  <a:pt x="895" y="1089"/>
                </a:lnTo>
                <a:lnTo>
                  <a:pt x="896" y="1089"/>
                </a:lnTo>
                <a:lnTo>
                  <a:pt x="897" y="1089"/>
                </a:lnTo>
                <a:lnTo>
                  <a:pt x="898" y="1089"/>
                </a:lnTo>
                <a:lnTo>
                  <a:pt x="899" y="1089"/>
                </a:lnTo>
                <a:lnTo>
                  <a:pt x="900" y="1089"/>
                </a:lnTo>
                <a:lnTo>
                  <a:pt x="901" y="1089"/>
                </a:lnTo>
                <a:lnTo>
                  <a:pt x="902" y="1089"/>
                </a:lnTo>
                <a:lnTo>
                  <a:pt x="903" y="1089"/>
                </a:lnTo>
                <a:lnTo>
                  <a:pt x="904" y="1089"/>
                </a:lnTo>
                <a:lnTo>
                  <a:pt x="906" y="1089"/>
                </a:lnTo>
                <a:lnTo>
                  <a:pt x="907" y="1089"/>
                </a:lnTo>
                <a:lnTo>
                  <a:pt x="908" y="1089"/>
                </a:lnTo>
                <a:lnTo>
                  <a:pt x="909" y="1089"/>
                </a:lnTo>
                <a:lnTo>
                  <a:pt x="910" y="1089"/>
                </a:lnTo>
                <a:lnTo>
                  <a:pt x="911" y="1089"/>
                </a:lnTo>
                <a:lnTo>
                  <a:pt x="912" y="1089"/>
                </a:lnTo>
                <a:lnTo>
                  <a:pt x="913" y="1089"/>
                </a:lnTo>
                <a:lnTo>
                  <a:pt x="914" y="1089"/>
                </a:lnTo>
                <a:lnTo>
                  <a:pt x="915" y="1089"/>
                </a:lnTo>
                <a:lnTo>
                  <a:pt x="916" y="1089"/>
                </a:lnTo>
                <a:lnTo>
                  <a:pt x="918" y="1089"/>
                </a:lnTo>
                <a:lnTo>
                  <a:pt x="919" y="1089"/>
                </a:lnTo>
                <a:lnTo>
                  <a:pt x="920" y="1089"/>
                </a:lnTo>
                <a:lnTo>
                  <a:pt x="921" y="1089"/>
                </a:lnTo>
                <a:lnTo>
                  <a:pt x="922" y="1089"/>
                </a:lnTo>
                <a:lnTo>
                  <a:pt x="923" y="1089"/>
                </a:lnTo>
                <a:lnTo>
                  <a:pt x="924" y="1089"/>
                </a:lnTo>
                <a:lnTo>
                  <a:pt x="925" y="1089"/>
                </a:lnTo>
                <a:lnTo>
                  <a:pt x="926" y="1089"/>
                </a:lnTo>
                <a:lnTo>
                  <a:pt x="927" y="1089"/>
                </a:lnTo>
                <a:lnTo>
                  <a:pt x="928" y="1089"/>
                </a:lnTo>
                <a:lnTo>
                  <a:pt x="930" y="1089"/>
                </a:lnTo>
                <a:lnTo>
                  <a:pt x="931" y="1089"/>
                </a:lnTo>
                <a:lnTo>
                  <a:pt x="932" y="1089"/>
                </a:lnTo>
                <a:lnTo>
                  <a:pt x="933" y="1089"/>
                </a:lnTo>
                <a:lnTo>
                  <a:pt x="934" y="1089"/>
                </a:lnTo>
                <a:lnTo>
                  <a:pt x="935" y="1089"/>
                </a:lnTo>
                <a:lnTo>
                  <a:pt x="936" y="1089"/>
                </a:lnTo>
                <a:lnTo>
                  <a:pt x="937" y="1089"/>
                </a:lnTo>
                <a:lnTo>
                  <a:pt x="939" y="1089"/>
                </a:lnTo>
                <a:lnTo>
                  <a:pt x="939" y="1089"/>
                </a:lnTo>
                <a:lnTo>
                  <a:pt x="940" y="1089"/>
                </a:lnTo>
                <a:lnTo>
                  <a:pt x="942" y="1089"/>
                </a:lnTo>
                <a:lnTo>
                  <a:pt x="943" y="1089"/>
                </a:lnTo>
                <a:lnTo>
                  <a:pt x="944" y="1089"/>
                </a:lnTo>
                <a:lnTo>
                  <a:pt x="945" y="1089"/>
                </a:lnTo>
                <a:lnTo>
                  <a:pt x="946" y="1089"/>
                </a:lnTo>
                <a:lnTo>
                  <a:pt x="947" y="1089"/>
                </a:lnTo>
                <a:lnTo>
                  <a:pt x="948" y="1089"/>
                </a:lnTo>
                <a:lnTo>
                  <a:pt x="950" y="1089"/>
                </a:lnTo>
                <a:lnTo>
                  <a:pt x="951" y="1089"/>
                </a:lnTo>
                <a:lnTo>
                  <a:pt x="952" y="1089"/>
                </a:lnTo>
                <a:lnTo>
                  <a:pt x="953" y="1089"/>
                </a:lnTo>
                <a:lnTo>
                  <a:pt x="954" y="1089"/>
                </a:lnTo>
                <a:lnTo>
                  <a:pt x="955" y="1089"/>
                </a:lnTo>
                <a:lnTo>
                  <a:pt x="956" y="1089"/>
                </a:lnTo>
                <a:lnTo>
                  <a:pt x="957" y="1089"/>
                </a:lnTo>
                <a:lnTo>
                  <a:pt x="958" y="1089"/>
                </a:lnTo>
                <a:lnTo>
                  <a:pt x="959" y="1089"/>
                </a:lnTo>
                <a:lnTo>
                  <a:pt x="960" y="1089"/>
                </a:lnTo>
                <a:lnTo>
                  <a:pt x="962" y="1089"/>
                </a:lnTo>
                <a:lnTo>
                  <a:pt x="963" y="1089"/>
                </a:lnTo>
                <a:lnTo>
                  <a:pt x="964" y="1089"/>
                </a:lnTo>
                <a:lnTo>
                  <a:pt x="965" y="1089"/>
                </a:lnTo>
                <a:lnTo>
                  <a:pt x="966" y="1089"/>
                </a:lnTo>
                <a:lnTo>
                  <a:pt x="967" y="1089"/>
                </a:lnTo>
                <a:lnTo>
                  <a:pt x="968" y="1089"/>
                </a:lnTo>
                <a:lnTo>
                  <a:pt x="969" y="1089"/>
                </a:lnTo>
                <a:lnTo>
                  <a:pt x="970" y="1089"/>
                </a:lnTo>
                <a:lnTo>
                  <a:pt x="971" y="1089"/>
                </a:lnTo>
                <a:lnTo>
                  <a:pt x="972" y="1089"/>
                </a:lnTo>
                <a:lnTo>
                  <a:pt x="974" y="1089"/>
                </a:lnTo>
                <a:lnTo>
                  <a:pt x="975" y="1089"/>
                </a:lnTo>
                <a:lnTo>
                  <a:pt x="976" y="1089"/>
                </a:lnTo>
                <a:lnTo>
                  <a:pt x="977" y="1089"/>
                </a:lnTo>
                <a:lnTo>
                  <a:pt x="978" y="1089"/>
                </a:lnTo>
                <a:lnTo>
                  <a:pt x="979" y="1089"/>
                </a:lnTo>
                <a:lnTo>
                  <a:pt x="980" y="1089"/>
                </a:lnTo>
                <a:lnTo>
                  <a:pt x="981" y="1089"/>
                </a:lnTo>
                <a:lnTo>
                  <a:pt x="982" y="1089"/>
                </a:lnTo>
                <a:lnTo>
                  <a:pt x="983" y="1089"/>
                </a:lnTo>
                <a:lnTo>
                  <a:pt x="984" y="1089"/>
                </a:lnTo>
                <a:lnTo>
                  <a:pt x="986" y="1089"/>
                </a:lnTo>
                <a:lnTo>
                  <a:pt x="987" y="1089"/>
                </a:lnTo>
                <a:lnTo>
                  <a:pt x="988" y="1089"/>
                </a:lnTo>
                <a:lnTo>
                  <a:pt x="989" y="1089"/>
                </a:lnTo>
                <a:lnTo>
                  <a:pt x="990" y="1089"/>
                </a:lnTo>
                <a:lnTo>
                  <a:pt x="991" y="1089"/>
                </a:lnTo>
                <a:lnTo>
                  <a:pt x="992" y="1089"/>
                </a:lnTo>
                <a:lnTo>
                  <a:pt x="993" y="1089"/>
                </a:lnTo>
                <a:lnTo>
                  <a:pt x="994" y="1089"/>
                </a:lnTo>
                <a:lnTo>
                  <a:pt x="995" y="1089"/>
                </a:lnTo>
                <a:lnTo>
                  <a:pt x="996" y="1089"/>
                </a:lnTo>
                <a:lnTo>
                  <a:pt x="998" y="1089"/>
                </a:lnTo>
                <a:lnTo>
                  <a:pt x="999" y="1089"/>
                </a:lnTo>
                <a:lnTo>
                  <a:pt x="1000" y="1089"/>
                </a:lnTo>
                <a:lnTo>
                  <a:pt x="1001" y="1089"/>
                </a:lnTo>
                <a:lnTo>
                  <a:pt x="1002" y="1089"/>
                </a:lnTo>
                <a:lnTo>
                  <a:pt x="1003" y="1089"/>
                </a:lnTo>
                <a:lnTo>
                  <a:pt x="1004" y="1089"/>
                </a:lnTo>
                <a:lnTo>
                  <a:pt x="1005" y="1089"/>
                </a:lnTo>
                <a:lnTo>
                  <a:pt x="1006" y="1089"/>
                </a:lnTo>
                <a:lnTo>
                  <a:pt x="1007" y="1089"/>
                </a:lnTo>
                <a:lnTo>
                  <a:pt x="1008" y="1089"/>
                </a:lnTo>
                <a:lnTo>
                  <a:pt x="1010" y="1089"/>
                </a:lnTo>
                <a:lnTo>
                  <a:pt x="1011" y="1089"/>
                </a:lnTo>
                <a:lnTo>
                  <a:pt x="1012" y="1089"/>
                </a:lnTo>
                <a:lnTo>
                  <a:pt x="1013" y="1089"/>
                </a:lnTo>
                <a:lnTo>
                  <a:pt x="1014" y="1089"/>
                </a:lnTo>
                <a:lnTo>
                  <a:pt x="1015" y="1089"/>
                </a:lnTo>
                <a:lnTo>
                  <a:pt x="1016" y="1089"/>
                </a:lnTo>
                <a:lnTo>
                  <a:pt x="1017" y="1089"/>
                </a:lnTo>
                <a:lnTo>
                  <a:pt x="1018" y="1089"/>
                </a:lnTo>
                <a:lnTo>
                  <a:pt x="1019" y="1089"/>
                </a:lnTo>
                <a:lnTo>
                  <a:pt x="1021" y="1089"/>
                </a:lnTo>
                <a:lnTo>
                  <a:pt x="1022" y="1089"/>
                </a:lnTo>
                <a:lnTo>
                  <a:pt x="1023" y="1089"/>
                </a:lnTo>
                <a:lnTo>
                  <a:pt x="1024" y="1089"/>
                </a:lnTo>
                <a:lnTo>
                  <a:pt x="1025" y="1089"/>
                </a:lnTo>
                <a:lnTo>
                  <a:pt x="1026" y="1089"/>
                </a:lnTo>
                <a:lnTo>
                  <a:pt x="1027" y="1089"/>
                </a:lnTo>
                <a:lnTo>
                  <a:pt x="1028" y="1089"/>
                </a:lnTo>
                <a:lnTo>
                  <a:pt x="1029" y="1089"/>
                </a:lnTo>
                <a:lnTo>
                  <a:pt x="1030" y="1089"/>
                </a:lnTo>
                <a:lnTo>
                  <a:pt x="1031" y="1089"/>
                </a:lnTo>
                <a:lnTo>
                  <a:pt x="1033" y="1089"/>
                </a:lnTo>
                <a:lnTo>
                  <a:pt x="1034" y="1089"/>
                </a:lnTo>
                <a:lnTo>
                  <a:pt x="1035" y="1089"/>
                </a:lnTo>
                <a:lnTo>
                  <a:pt x="1036" y="1089"/>
                </a:lnTo>
                <a:lnTo>
                  <a:pt x="1037" y="1089"/>
                </a:lnTo>
                <a:lnTo>
                  <a:pt x="1038" y="1089"/>
                </a:lnTo>
                <a:lnTo>
                  <a:pt x="1039" y="1089"/>
                </a:lnTo>
                <a:lnTo>
                  <a:pt x="1040" y="1089"/>
                </a:lnTo>
                <a:lnTo>
                  <a:pt x="1042" y="1089"/>
                </a:lnTo>
                <a:lnTo>
                  <a:pt x="1042" y="1089"/>
                </a:lnTo>
                <a:lnTo>
                  <a:pt x="1043" y="1089"/>
                </a:lnTo>
                <a:lnTo>
                  <a:pt x="1045" y="1089"/>
                </a:lnTo>
                <a:lnTo>
                  <a:pt x="1046" y="1089"/>
                </a:lnTo>
                <a:lnTo>
                  <a:pt x="1047" y="1089"/>
                </a:lnTo>
                <a:lnTo>
                  <a:pt x="1048" y="1089"/>
                </a:lnTo>
                <a:lnTo>
                  <a:pt x="1049" y="1089"/>
                </a:lnTo>
                <a:lnTo>
                  <a:pt x="1050" y="1089"/>
                </a:lnTo>
                <a:lnTo>
                  <a:pt x="1051" y="1089"/>
                </a:lnTo>
                <a:lnTo>
                  <a:pt x="1052" y="1089"/>
                </a:lnTo>
                <a:lnTo>
                  <a:pt x="1054" y="1089"/>
                </a:lnTo>
                <a:lnTo>
                  <a:pt x="1055" y="1089"/>
                </a:lnTo>
                <a:lnTo>
                  <a:pt x="1055" y="1089"/>
                </a:lnTo>
                <a:lnTo>
                  <a:pt x="1057" y="1089"/>
                </a:lnTo>
                <a:lnTo>
                  <a:pt x="1058" y="1089"/>
                </a:lnTo>
                <a:lnTo>
                  <a:pt x="1059" y="1089"/>
                </a:lnTo>
                <a:lnTo>
                  <a:pt x="1060" y="1089"/>
                </a:lnTo>
                <a:lnTo>
                  <a:pt x="1061" y="1089"/>
                </a:lnTo>
                <a:lnTo>
                  <a:pt x="1062" y="1089"/>
                </a:lnTo>
                <a:lnTo>
                  <a:pt x="1063" y="1089"/>
                </a:lnTo>
                <a:lnTo>
                  <a:pt x="1064" y="1089"/>
                </a:lnTo>
                <a:lnTo>
                  <a:pt x="1066" y="1089"/>
                </a:lnTo>
                <a:lnTo>
                  <a:pt x="1067" y="1089"/>
                </a:lnTo>
                <a:lnTo>
                  <a:pt x="1068" y="1089"/>
                </a:lnTo>
                <a:lnTo>
                  <a:pt x="1069" y="1089"/>
                </a:lnTo>
                <a:lnTo>
                  <a:pt x="1070" y="1089"/>
                </a:lnTo>
                <a:lnTo>
                  <a:pt x="1071" y="1089"/>
                </a:lnTo>
                <a:lnTo>
                  <a:pt x="1072" y="1089"/>
                </a:lnTo>
                <a:lnTo>
                  <a:pt x="1073" y="1089"/>
                </a:lnTo>
                <a:lnTo>
                  <a:pt x="1074" y="1089"/>
                </a:lnTo>
                <a:lnTo>
                  <a:pt x="1075" y="1089"/>
                </a:lnTo>
                <a:lnTo>
                  <a:pt x="1076" y="1089"/>
                </a:lnTo>
                <a:lnTo>
                  <a:pt x="1078" y="1089"/>
                </a:lnTo>
                <a:lnTo>
                  <a:pt x="1079" y="1089"/>
                </a:lnTo>
                <a:lnTo>
                  <a:pt x="1080" y="1089"/>
                </a:lnTo>
                <a:lnTo>
                  <a:pt x="1081" y="1089"/>
                </a:lnTo>
                <a:lnTo>
                  <a:pt x="1082" y="1089"/>
                </a:lnTo>
                <a:lnTo>
                  <a:pt x="1083" y="1089"/>
                </a:lnTo>
                <a:lnTo>
                  <a:pt x="1084" y="1089"/>
                </a:lnTo>
                <a:lnTo>
                  <a:pt x="1085" y="1089"/>
                </a:lnTo>
                <a:lnTo>
                  <a:pt x="1086" y="1089"/>
                </a:lnTo>
                <a:lnTo>
                  <a:pt x="1087" y="1089"/>
                </a:lnTo>
                <a:lnTo>
                  <a:pt x="1088" y="1089"/>
                </a:lnTo>
                <a:lnTo>
                  <a:pt x="1090" y="1089"/>
                </a:lnTo>
                <a:lnTo>
                  <a:pt x="1091" y="1089"/>
                </a:lnTo>
                <a:lnTo>
                  <a:pt x="1092" y="1089"/>
                </a:lnTo>
                <a:lnTo>
                  <a:pt x="1093" y="1089"/>
                </a:lnTo>
                <a:lnTo>
                  <a:pt x="1094" y="1089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C2DE696-0AED-4019-95ED-7CBE49F2A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3235326"/>
            <a:ext cx="173672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7FE2E970-37C9-44FE-81EA-A039E3E32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1501776"/>
            <a:ext cx="173672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4F91DA52-924E-4925-8571-B55B4154C0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8963" y="3219451"/>
            <a:ext cx="0" cy="158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749C6E18-B391-4C71-B489-591999A93F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8400" y="3219451"/>
            <a:ext cx="0" cy="158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6FE1E811-1C4D-422B-8649-7B5D03F38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7838" y="3219451"/>
            <a:ext cx="0" cy="158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F30EE53D-0AF7-48C3-85B6-0A49D075D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1501776"/>
            <a:ext cx="0" cy="17463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F4B74976-D547-42A5-9FB6-417D5DCB9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1501776"/>
            <a:ext cx="0" cy="17463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01965318-434F-41AB-9547-3E79EFF0F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7838" y="1501776"/>
            <a:ext cx="0" cy="17463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207B2089-1E17-44C6-9060-BBD5D74CD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488" y="3322638"/>
            <a:ext cx="2857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14908286-ABD2-46B9-B20F-7900BF672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3322638"/>
            <a:ext cx="152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8D5AE737-2472-4446-8243-A609BAB99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3322638"/>
            <a:ext cx="2381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958B7D32-82C0-437E-B183-93D1EC7C0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0038" y="1501776"/>
            <a:ext cx="0" cy="173355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9C78706A-C78F-4E69-88FF-82434AFC5B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6763" y="1501776"/>
            <a:ext cx="0" cy="173355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4BFF7289-D388-476A-930E-9377B79A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3235326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2AA815D9-4DE8-4844-B352-11A9A9866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2801938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F5D13764-4985-4EAB-9359-FC98C7FA6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2368551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EB28B575-C6BC-4244-ACB4-C4D58E487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1935163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537B142F-8F62-4339-AF9C-40DB765D3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1501776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71BC9A51-57E6-49C5-96DA-3A55E46BAA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3235326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72E6B035-B6F7-46EB-AB6F-839E9AEFE9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2801938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2CF5AABD-3131-4EBA-9ED8-484871351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2368551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019ED247-E981-412A-9F8A-4E052A3A14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1935163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16A609C9-716F-4A34-919F-3D157CDA1E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1501776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0" name="Freeform 58">
            <a:extLst>
              <a:ext uri="{FF2B5EF4-FFF2-40B4-BE49-F238E27FC236}">
                <a16:creationId xmlns:a16="http://schemas.microsoft.com/office/drawing/2014/main" id="{A0FC6BA4-6D56-4E9B-AC8D-B467D6562153}"/>
              </a:ext>
            </a:extLst>
          </p:cNvPr>
          <p:cNvSpPr>
            <a:spLocks noEditPoints="1"/>
          </p:cNvSpPr>
          <p:nvPr/>
        </p:nvSpPr>
        <p:spPr bwMode="auto">
          <a:xfrm>
            <a:off x="3705225" y="1511301"/>
            <a:ext cx="6350" cy="1724025"/>
          </a:xfrm>
          <a:custGeom>
            <a:avLst/>
            <a:gdLst>
              <a:gd name="T0" fmla="*/ 0 w 4"/>
              <a:gd name="T1" fmla="*/ 1062 h 1086"/>
              <a:gd name="T2" fmla="*/ 0 w 4"/>
              <a:gd name="T3" fmla="*/ 1032 h 1086"/>
              <a:gd name="T4" fmla="*/ 4 w 4"/>
              <a:gd name="T5" fmla="*/ 1008 h 1086"/>
              <a:gd name="T6" fmla="*/ 4 w 4"/>
              <a:gd name="T7" fmla="*/ 990 h 1086"/>
              <a:gd name="T8" fmla="*/ 4 w 4"/>
              <a:gd name="T9" fmla="*/ 990 h 1086"/>
              <a:gd name="T10" fmla="*/ 0 w 4"/>
              <a:gd name="T11" fmla="*/ 966 h 1086"/>
              <a:gd name="T12" fmla="*/ 0 w 4"/>
              <a:gd name="T13" fmla="*/ 936 h 1086"/>
              <a:gd name="T14" fmla="*/ 4 w 4"/>
              <a:gd name="T15" fmla="*/ 912 h 1086"/>
              <a:gd name="T16" fmla="*/ 4 w 4"/>
              <a:gd name="T17" fmla="*/ 894 h 1086"/>
              <a:gd name="T18" fmla="*/ 4 w 4"/>
              <a:gd name="T19" fmla="*/ 894 h 1086"/>
              <a:gd name="T20" fmla="*/ 0 w 4"/>
              <a:gd name="T21" fmla="*/ 870 h 1086"/>
              <a:gd name="T22" fmla="*/ 0 w 4"/>
              <a:gd name="T23" fmla="*/ 840 h 1086"/>
              <a:gd name="T24" fmla="*/ 4 w 4"/>
              <a:gd name="T25" fmla="*/ 816 h 1086"/>
              <a:gd name="T26" fmla="*/ 4 w 4"/>
              <a:gd name="T27" fmla="*/ 798 h 1086"/>
              <a:gd name="T28" fmla="*/ 4 w 4"/>
              <a:gd name="T29" fmla="*/ 798 h 1086"/>
              <a:gd name="T30" fmla="*/ 0 w 4"/>
              <a:gd name="T31" fmla="*/ 774 h 1086"/>
              <a:gd name="T32" fmla="*/ 0 w 4"/>
              <a:gd name="T33" fmla="*/ 744 h 1086"/>
              <a:gd name="T34" fmla="*/ 4 w 4"/>
              <a:gd name="T35" fmla="*/ 720 h 1086"/>
              <a:gd name="T36" fmla="*/ 4 w 4"/>
              <a:gd name="T37" fmla="*/ 702 h 1086"/>
              <a:gd name="T38" fmla="*/ 4 w 4"/>
              <a:gd name="T39" fmla="*/ 702 h 1086"/>
              <a:gd name="T40" fmla="*/ 0 w 4"/>
              <a:gd name="T41" fmla="*/ 678 h 1086"/>
              <a:gd name="T42" fmla="*/ 0 w 4"/>
              <a:gd name="T43" fmla="*/ 648 h 1086"/>
              <a:gd name="T44" fmla="*/ 4 w 4"/>
              <a:gd name="T45" fmla="*/ 624 h 1086"/>
              <a:gd name="T46" fmla="*/ 4 w 4"/>
              <a:gd name="T47" fmla="*/ 606 h 1086"/>
              <a:gd name="T48" fmla="*/ 4 w 4"/>
              <a:gd name="T49" fmla="*/ 606 h 1086"/>
              <a:gd name="T50" fmla="*/ 0 w 4"/>
              <a:gd name="T51" fmla="*/ 582 h 1086"/>
              <a:gd name="T52" fmla="*/ 0 w 4"/>
              <a:gd name="T53" fmla="*/ 552 h 1086"/>
              <a:gd name="T54" fmla="*/ 4 w 4"/>
              <a:gd name="T55" fmla="*/ 528 h 1086"/>
              <a:gd name="T56" fmla="*/ 4 w 4"/>
              <a:gd name="T57" fmla="*/ 510 h 1086"/>
              <a:gd name="T58" fmla="*/ 4 w 4"/>
              <a:gd name="T59" fmla="*/ 510 h 1086"/>
              <a:gd name="T60" fmla="*/ 0 w 4"/>
              <a:gd name="T61" fmla="*/ 486 h 1086"/>
              <a:gd name="T62" fmla="*/ 0 w 4"/>
              <a:gd name="T63" fmla="*/ 456 h 1086"/>
              <a:gd name="T64" fmla="*/ 4 w 4"/>
              <a:gd name="T65" fmla="*/ 432 h 1086"/>
              <a:gd name="T66" fmla="*/ 4 w 4"/>
              <a:gd name="T67" fmla="*/ 414 h 1086"/>
              <a:gd name="T68" fmla="*/ 4 w 4"/>
              <a:gd name="T69" fmla="*/ 414 h 1086"/>
              <a:gd name="T70" fmla="*/ 0 w 4"/>
              <a:gd name="T71" fmla="*/ 390 h 1086"/>
              <a:gd name="T72" fmla="*/ 0 w 4"/>
              <a:gd name="T73" fmla="*/ 360 h 1086"/>
              <a:gd name="T74" fmla="*/ 4 w 4"/>
              <a:gd name="T75" fmla="*/ 336 h 1086"/>
              <a:gd name="T76" fmla="*/ 4 w 4"/>
              <a:gd name="T77" fmla="*/ 318 h 1086"/>
              <a:gd name="T78" fmla="*/ 4 w 4"/>
              <a:gd name="T79" fmla="*/ 318 h 1086"/>
              <a:gd name="T80" fmla="*/ 0 w 4"/>
              <a:gd name="T81" fmla="*/ 294 h 1086"/>
              <a:gd name="T82" fmla="*/ 0 w 4"/>
              <a:gd name="T83" fmla="*/ 264 h 1086"/>
              <a:gd name="T84" fmla="*/ 4 w 4"/>
              <a:gd name="T85" fmla="*/ 240 h 1086"/>
              <a:gd name="T86" fmla="*/ 4 w 4"/>
              <a:gd name="T87" fmla="*/ 222 h 1086"/>
              <a:gd name="T88" fmla="*/ 4 w 4"/>
              <a:gd name="T89" fmla="*/ 222 h 1086"/>
              <a:gd name="T90" fmla="*/ 0 w 4"/>
              <a:gd name="T91" fmla="*/ 198 h 1086"/>
              <a:gd name="T92" fmla="*/ 0 w 4"/>
              <a:gd name="T93" fmla="*/ 168 h 1086"/>
              <a:gd name="T94" fmla="*/ 4 w 4"/>
              <a:gd name="T95" fmla="*/ 144 h 1086"/>
              <a:gd name="T96" fmla="*/ 4 w 4"/>
              <a:gd name="T97" fmla="*/ 126 h 1086"/>
              <a:gd name="T98" fmla="*/ 4 w 4"/>
              <a:gd name="T99" fmla="*/ 126 h 1086"/>
              <a:gd name="T100" fmla="*/ 0 w 4"/>
              <a:gd name="T101" fmla="*/ 102 h 1086"/>
              <a:gd name="T102" fmla="*/ 0 w 4"/>
              <a:gd name="T103" fmla="*/ 72 h 1086"/>
              <a:gd name="T104" fmla="*/ 4 w 4"/>
              <a:gd name="T105" fmla="*/ 48 h 1086"/>
              <a:gd name="T106" fmla="*/ 4 w 4"/>
              <a:gd name="T107" fmla="*/ 30 h 1086"/>
              <a:gd name="T108" fmla="*/ 4 w 4"/>
              <a:gd name="T109" fmla="*/ 30 h 1086"/>
              <a:gd name="T110" fmla="*/ 0 w 4"/>
              <a:gd name="T111" fmla="*/ 6 h 1086"/>
              <a:gd name="T112" fmla="*/ 0 w 4"/>
              <a:gd name="T113" fmla="*/ 1080 h 1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" h="1086">
                <a:moveTo>
                  <a:pt x="4" y="1062"/>
                </a:moveTo>
                <a:lnTo>
                  <a:pt x="4" y="1056"/>
                </a:lnTo>
                <a:lnTo>
                  <a:pt x="0" y="1056"/>
                </a:lnTo>
                <a:lnTo>
                  <a:pt x="0" y="1062"/>
                </a:lnTo>
                <a:lnTo>
                  <a:pt x="4" y="1062"/>
                </a:lnTo>
                <a:close/>
                <a:moveTo>
                  <a:pt x="4" y="1038"/>
                </a:moveTo>
                <a:lnTo>
                  <a:pt x="4" y="1032"/>
                </a:lnTo>
                <a:lnTo>
                  <a:pt x="0" y="1032"/>
                </a:lnTo>
                <a:lnTo>
                  <a:pt x="0" y="1038"/>
                </a:lnTo>
                <a:lnTo>
                  <a:pt x="4" y="1038"/>
                </a:lnTo>
                <a:close/>
                <a:moveTo>
                  <a:pt x="4" y="1014"/>
                </a:moveTo>
                <a:lnTo>
                  <a:pt x="4" y="1008"/>
                </a:lnTo>
                <a:lnTo>
                  <a:pt x="0" y="1008"/>
                </a:lnTo>
                <a:lnTo>
                  <a:pt x="0" y="1014"/>
                </a:lnTo>
                <a:lnTo>
                  <a:pt x="4" y="1014"/>
                </a:lnTo>
                <a:close/>
                <a:moveTo>
                  <a:pt x="4" y="990"/>
                </a:moveTo>
                <a:lnTo>
                  <a:pt x="4" y="984"/>
                </a:lnTo>
                <a:lnTo>
                  <a:pt x="0" y="984"/>
                </a:lnTo>
                <a:lnTo>
                  <a:pt x="0" y="990"/>
                </a:lnTo>
                <a:lnTo>
                  <a:pt x="4" y="990"/>
                </a:lnTo>
                <a:close/>
                <a:moveTo>
                  <a:pt x="4" y="966"/>
                </a:moveTo>
                <a:lnTo>
                  <a:pt x="4" y="960"/>
                </a:lnTo>
                <a:lnTo>
                  <a:pt x="0" y="960"/>
                </a:lnTo>
                <a:lnTo>
                  <a:pt x="0" y="966"/>
                </a:lnTo>
                <a:lnTo>
                  <a:pt x="4" y="966"/>
                </a:lnTo>
                <a:close/>
                <a:moveTo>
                  <a:pt x="4" y="942"/>
                </a:moveTo>
                <a:lnTo>
                  <a:pt x="4" y="936"/>
                </a:lnTo>
                <a:lnTo>
                  <a:pt x="0" y="936"/>
                </a:lnTo>
                <a:lnTo>
                  <a:pt x="0" y="942"/>
                </a:lnTo>
                <a:lnTo>
                  <a:pt x="4" y="942"/>
                </a:lnTo>
                <a:close/>
                <a:moveTo>
                  <a:pt x="4" y="918"/>
                </a:moveTo>
                <a:lnTo>
                  <a:pt x="4" y="912"/>
                </a:lnTo>
                <a:lnTo>
                  <a:pt x="0" y="912"/>
                </a:lnTo>
                <a:lnTo>
                  <a:pt x="0" y="918"/>
                </a:lnTo>
                <a:lnTo>
                  <a:pt x="4" y="918"/>
                </a:lnTo>
                <a:close/>
                <a:moveTo>
                  <a:pt x="4" y="894"/>
                </a:moveTo>
                <a:lnTo>
                  <a:pt x="4" y="888"/>
                </a:lnTo>
                <a:lnTo>
                  <a:pt x="0" y="888"/>
                </a:lnTo>
                <a:lnTo>
                  <a:pt x="0" y="894"/>
                </a:lnTo>
                <a:lnTo>
                  <a:pt x="4" y="894"/>
                </a:lnTo>
                <a:close/>
                <a:moveTo>
                  <a:pt x="4" y="870"/>
                </a:moveTo>
                <a:lnTo>
                  <a:pt x="4" y="864"/>
                </a:lnTo>
                <a:lnTo>
                  <a:pt x="0" y="864"/>
                </a:lnTo>
                <a:lnTo>
                  <a:pt x="0" y="870"/>
                </a:lnTo>
                <a:lnTo>
                  <a:pt x="4" y="870"/>
                </a:lnTo>
                <a:close/>
                <a:moveTo>
                  <a:pt x="4" y="846"/>
                </a:moveTo>
                <a:lnTo>
                  <a:pt x="4" y="840"/>
                </a:lnTo>
                <a:lnTo>
                  <a:pt x="0" y="840"/>
                </a:lnTo>
                <a:lnTo>
                  <a:pt x="0" y="846"/>
                </a:lnTo>
                <a:lnTo>
                  <a:pt x="4" y="846"/>
                </a:lnTo>
                <a:close/>
                <a:moveTo>
                  <a:pt x="4" y="822"/>
                </a:moveTo>
                <a:lnTo>
                  <a:pt x="4" y="816"/>
                </a:lnTo>
                <a:lnTo>
                  <a:pt x="0" y="816"/>
                </a:lnTo>
                <a:lnTo>
                  <a:pt x="0" y="822"/>
                </a:lnTo>
                <a:lnTo>
                  <a:pt x="4" y="822"/>
                </a:lnTo>
                <a:close/>
                <a:moveTo>
                  <a:pt x="4" y="798"/>
                </a:moveTo>
                <a:lnTo>
                  <a:pt x="4" y="792"/>
                </a:lnTo>
                <a:lnTo>
                  <a:pt x="0" y="792"/>
                </a:lnTo>
                <a:lnTo>
                  <a:pt x="0" y="798"/>
                </a:lnTo>
                <a:lnTo>
                  <a:pt x="4" y="798"/>
                </a:lnTo>
                <a:close/>
                <a:moveTo>
                  <a:pt x="4" y="774"/>
                </a:moveTo>
                <a:lnTo>
                  <a:pt x="4" y="768"/>
                </a:lnTo>
                <a:lnTo>
                  <a:pt x="0" y="768"/>
                </a:lnTo>
                <a:lnTo>
                  <a:pt x="0" y="774"/>
                </a:lnTo>
                <a:lnTo>
                  <a:pt x="4" y="774"/>
                </a:lnTo>
                <a:close/>
                <a:moveTo>
                  <a:pt x="4" y="750"/>
                </a:moveTo>
                <a:lnTo>
                  <a:pt x="4" y="744"/>
                </a:lnTo>
                <a:lnTo>
                  <a:pt x="0" y="744"/>
                </a:lnTo>
                <a:lnTo>
                  <a:pt x="0" y="750"/>
                </a:lnTo>
                <a:lnTo>
                  <a:pt x="4" y="750"/>
                </a:lnTo>
                <a:close/>
                <a:moveTo>
                  <a:pt x="4" y="726"/>
                </a:moveTo>
                <a:lnTo>
                  <a:pt x="4" y="720"/>
                </a:lnTo>
                <a:lnTo>
                  <a:pt x="0" y="720"/>
                </a:lnTo>
                <a:lnTo>
                  <a:pt x="0" y="726"/>
                </a:lnTo>
                <a:lnTo>
                  <a:pt x="4" y="726"/>
                </a:lnTo>
                <a:close/>
                <a:moveTo>
                  <a:pt x="4" y="702"/>
                </a:moveTo>
                <a:lnTo>
                  <a:pt x="4" y="696"/>
                </a:lnTo>
                <a:lnTo>
                  <a:pt x="0" y="696"/>
                </a:lnTo>
                <a:lnTo>
                  <a:pt x="0" y="702"/>
                </a:lnTo>
                <a:lnTo>
                  <a:pt x="4" y="702"/>
                </a:lnTo>
                <a:close/>
                <a:moveTo>
                  <a:pt x="4" y="678"/>
                </a:moveTo>
                <a:lnTo>
                  <a:pt x="4" y="672"/>
                </a:lnTo>
                <a:lnTo>
                  <a:pt x="0" y="672"/>
                </a:lnTo>
                <a:lnTo>
                  <a:pt x="0" y="678"/>
                </a:lnTo>
                <a:lnTo>
                  <a:pt x="4" y="678"/>
                </a:lnTo>
                <a:close/>
                <a:moveTo>
                  <a:pt x="4" y="654"/>
                </a:moveTo>
                <a:lnTo>
                  <a:pt x="4" y="648"/>
                </a:lnTo>
                <a:lnTo>
                  <a:pt x="0" y="648"/>
                </a:lnTo>
                <a:lnTo>
                  <a:pt x="0" y="654"/>
                </a:lnTo>
                <a:lnTo>
                  <a:pt x="4" y="654"/>
                </a:lnTo>
                <a:close/>
                <a:moveTo>
                  <a:pt x="4" y="630"/>
                </a:moveTo>
                <a:lnTo>
                  <a:pt x="4" y="624"/>
                </a:lnTo>
                <a:lnTo>
                  <a:pt x="0" y="624"/>
                </a:lnTo>
                <a:lnTo>
                  <a:pt x="0" y="630"/>
                </a:lnTo>
                <a:lnTo>
                  <a:pt x="4" y="630"/>
                </a:lnTo>
                <a:close/>
                <a:moveTo>
                  <a:pt x="4" y="606"/>
                </a:moveTo>
                <a:lnTo>
                  <a:pt x="4" y="600"/>
                </a:lnTo>
                <a:lnTo>
                  <a:pt x="0" y="600"/>
                </a:lnTo>
                <a:lnTo>
                  <a:pt x="0" y="606"/>
                </a:lnTo>
                <a:lnTo>
                  <a:pt x="4" y="606"/>
                </a:lnTo>
                <a:close/>
                <a:moveTo>
                  <a:pt x="4" y="582"/>
                </a:moveTo>
                <a:lnTo>
                  <a:pt x="4" y="576"/>
                </a:lnTo>
                <a:lnTo>
                  <a:pt x="0" y="576"/>
                </a:lnTo>
                <a:lnTo>
                  <a:pt x="0" y="582"/>
                </a:lnTo>
                <a:lnTo>
                  <a:pt x="4" y="582"/>
                </a:lnTo>
                <a:close/>
                <a:moveTo>
                  <a:pt x="4" y="558"/>
                </a:moveTo>
                <a:lnTo>
                  <a:pt x="4" y="552"/>
                </a:lnTo>
                <a:lnTo>
                  <a:pt x="0" y="552"/>
                </a:lnTo>
                <a:lnTo>
                  <a:pt x="0" y="558"/>
                </a:lnTo>
                <a:lnTo>
                  <a:pt x="4" y="558"/>
                </a:lnTo>
                <a:close/>
                <a:moveTo>
                  <a:pt x="4" y="534"/>
                </a:moveTo>
                <a:lnTo>
                  <a:pt x="4" y="528"/>
                </a:lnTo>
                <a:lnTo>
                  <a:pt x="0" y="528"/>
                </a:lnTo>
                <a:lnTo>
                  <a:pt x="0" y="534"/>
                </a:lnTo>
                <a:lnTo>
                  <a:pt x="4" y="534"/>
                </a:lnTo>
                <a:close/>
                <a:moveTo>
                  <a:pt x="4" y="510"/>
                </a:moveTo>
                <a:lnTo>
                  <a:pt x="4" y="504"/>
                </a:lnTo>
                <a:lnTo>
                  <a:pt x="0" y="504"/>
                </a:lnTo>
                <a:lnTo>
                  <a:pt x="0" y="510"/>
                </a:lnTo>
                <a:lnTo>
                  <a:pt x="4" y="510"/>
                </a:lnTo>
                <a:close/>
                <a:moveTo>
                  <a:pt x="4" y="486"/>
                </a:moveTo>
                <a:lnTo>
                  <a:pt x="4" y="480"/>
                </a:lnTo>
                <a:lnTo>
                  <a:pt x="0" y="480"/>
                </a:lnTo>
                <a:lnTo>
                  <a:pt x="0" y="486"/>
                </a:lnTo>
                <a:lnTo>
                  <a:pt x="4" y="486"/>
                </a:lnTo>
                <a:close/>
                <a:moveTo>
                  <a:pt x="4" y="462"/>
                </a:moveTo>
                <a:lnTo>
                  <a:pt x="4" y="456"/>
                </a:lnTo>
                <a:lnTo>
                  <a:pt x="0" y="456"/>
                </a:lnTo>
                <a:lnTo>
                  <a:pt x="0" y="462"/>
                </a:lnTo>
                <a:lnTo>
                  <a:pt x="4" y="462"/>
                </a:lnTo>
                <a:close/>
                <a:moveTo>
                  <a:pt x="4" y="438"/>
                </a:moveTo>
                <a:lnTo>
                  <a:pt x="4" y="432"/>
                </a:lnTo>
                <a:lnTo>
                  <a:pt x="0" y="432"/>
                </a:lnTo>
                <a:lnTo>
                  <a:pt x="0" y="438"/>
                </a:lnTo>
                <a:lnTo>
                  <a:pt x="4" y="438"/>
                </a:lnTo>
                <a:close/>
                <a:moveTo>
                  <a:pt x="4" y="414"/>
                </a:moveTo>
                <a:lnTo>
                  <a:pt x="4" y="408"/>
                </a:lnTo>
                <a:lnTo>
                  <a:pt x="0" y="408"/>
                </a:lnTo>
                <a:lnTo>
                  <a:pt x="0" y="414"/>
                </a:lnTo>
                <a:lnTo>
                  <a:pt x="4" y="414"/>
                </a:lnTo>
                <a:close/>
                <a:moveTo>
                  <a:pt x="4" y="390"/>
                </a:moveTo>
                <a:lnTo>
                  <a:pt x="4" y="384"/>
                </a:lnTo>
                <a:lnTo>
                  <a:pt x="0" y="384"/>
                </a:lnTo>
                <a:lnTo>
                  <a:pt x="0" y="390"/>
                </a:lnTo>
                <a:lnTo>
                  <a:pt x="4" y="390"/>
                </a:lnTo>
                <a:close/>
                <a:moveTo>
                  <a:pt x="4" y="366"/>
                </a:moveTo>
                <a:lnTo>
                  <a:pt x="4" y="360"/>
                </a:lnTo>
                <a:lnTo>
                  <a:pt x="0" y="360"/>
                </a:lnTo>
                <a:lnTo>
                  <a:pt x="0" y="366"/>
                </a:lnTo>
                <a:lnTo>
                  <a:pt x="4" y="366"/>
                </a:lnTo>
                <a:close/>
                <a:moveTo>
                  <a:pt x="4" y="342"/>
                </a:moveTo>
                <a:lnTo>
                  <a:pt x="4" y="336"/>
                </a:lnTo>
                <a:lnTo>
                  <a:pt x="0" y="336"/>
                </a:lnTo>
                <a:lnTo>
                  <a:pt x="0" y="342"/>
                </a:lnTo>
                <a:lnTo>
                  <a:pt x="4" y="342"/>
                </a:lnTo>
                <a:close/>
                <a:moveTo>
                  <a:pt x="4" y="318"/>
                </a:moveTo>
                <a:lnTo>
                  <a:pt x="4" y="312"/>
                </a:lnTo>
                <a:lnTo>
                  <a:pt x="0" y="312"/>
                </a:lnTo>
                <a:lnTo>
                  <a:pt x="0" y="318"/>
                </a:lnTo>
                <a:lnTo>
                  <a:pt x="4" y="318"/>
                </a:lnTo>
                <a:close/>
                <a:moveTo>
                  <a:pt x="4" y="294"/>
                </a:moveTo>
                <a:lnTo>
                  <a:pt x="4" y="288"/>
                </a:lnTo>
                <a:lnTo>
                  <a:pt x="0" y="288"/>
                </a:lnTo>
                <a:lnTo>
                  <a:pt x="0" y="294"/>
                </a:lnTo>
                <a:lnTo>
                  <a:pt x="4" y="294"/>
                </a:lnTo>
                <a:close/>
                <a:moveTo>
                  <a:pt x="4" y="270"/>
                </a:moveTo>
                <a:lnTo>
                  <a:pt x="4" y="264"/>
                </a:lnTo>
                <a:lnTo>
                  <a:pt x="0" y="264"/>
                </a:lnTo>
                <a:lnTo>
                  <a:pt x="0" y="270"/>
                </a:lnTo>
                <a:lnTo>
                  <a:pt x="4" y="270"/>
                </a:lnTo>
                <a:close/>
                <a:moveTo>
                  <a:pt x="4" y="246"/>
                </a:moveTo>
                <a:lnTo>
                  <a:pt x="4" y="240"/>
                </a:lnTo>
                <a:lnTo>
                  <a:pt x="0" y="240"/>
                </a:lnTo>
                <a:lnTo>
                  <a:pt x="0" y="246"/>
                </a:lnTo>
                <a:lnTo>
                  <a:pt x="4" y="246"/>
                </a:lnTo>
                <a:close/>
                <a:moveTo>
                  <a:pt x="4" y="222"/>
                </a:moveTo>
                <a:lnTo>
                  <a:pt x="4" y="216"/>
                </a:lnTo>
                <a:lnTo>
                  <a:pt x="0" y="216"/>
                </a:lnTo>
                <a:lnTo>
                  <a:pt x="0" y="222"/>
                </a:lnTo>
                <a:lnTo>
                  <a:pt x="4" y="222"/>
                </a:lnTo>
                <a:close/>
                <a:moveTo>
                  <a:pt x="4" y="198"/>
                </a:moveTo>
                <a:lnTo>
                  <a:pt x="4" y="192"/>
                </a:lnTo>
                <a:lnTo>
                  <a:pt x="0" y="192"/>
                </a:lnTo>
                <a:lnTo>
                  <a:pt x="0" y="198"/>
                </a:lnTo>
                <a:lnTo>
                  <a:pt x="4" y="198"/>
                </a:lnTo>
                <a:close/>
                <a:moveTo>
                  <a:pt x="4" y="174"/>
                </a:moveTo>
                <a:lnTo>
                  <a:pt x="4" y="168"/>
                </a:lnTo>
                <a:lnTo>
                  <a:pt x="0" y="168"/>
                </a:lnTo>
                <a:lnTo>
                  <a:pt x="0" y="174"/>
                </a:lnTo>
                <a:lnTo>
                  <a:pt x="4" y="174"/>
                </a:lnTo>
                <a:close/>
                <a:moveTo>
                  <a:pt x="4" y="150"/>
                </a:moveTo>
                <a:lnTo>
                  <a:pt x="4" y="144"/>
                </a:lnTo>
                <a:lnTo>
                  <a:pt x="0" y="144"/>
                </a:lnTo>
                <a:lnTo>
                  <a:pt x="0" y="150"/>
                </a:lnTo>
                <a:lnTo>
                  <a:pt x="4" y="150"/>
                </a:lnTo>
                <a:close/>
                <a:moveTo>
                  <a:pt x="4" y="126"/>
                </a:moveTo>
                <a:lnTo>
                  <a:pt x="4" y="120"/>
                </a:lnTo>
                <a:lnTo>
                  <a:pt x="0" y="120"/>
                </a:lnTo>
                <a:lnTo>
                  <a:pt x="0" y="126"/>
                </a:lnTo>
                <a:lnTo>
                  <a:pt x="4" y="126"/>
                </a:lnTo>
                <a:close/>
                <a:moveTo>
                  <a:pt x="4" y="102"/>
                </a:moveTo>
                <a:lnTo>
                  <a:pt x="4" y="96"/>
                </a:lnTo>
                <a:lnTo>
                  <a:pt x="0" y="96"/>
                </a:lnTo>
                <a:lnTo>
                  <a:pt x="0" y="102"/>
                </a:lnTo>
                <a:lnTo>
                  <a:pt x="4" y="102"/>
                </a:lnTo>
                <a:close/>
                <a:moveTo>
                  <a:pt x="4" y="78"/>
                </a:moveTo>
                <a:lnTo>
                  <a:pt x="4" y="72"/>
                </a:lnTo>
                <a:lnTo>
                  <a:pt x="0" y="72"/>
                </a:lnTo>
                <a:lnTo>
                  <a:pt x="0" y="78"/>
                </a:lnTo>
                <a:lnTo>
                  <a:pt x="4" y="78"/>
                </a:lnTo>
                <a:close/>
                <a:moveTo>
                  <a:pt x="4" y="54"/>
                </a:moveTo>
                <a:lnTo>
                  <a:pt x="4" y="48"/>
                </a:lnTo>
                <a:lnTo>
                  <a:pt x="0" y="48"/>
                </a:lnTo>
                <a:lnTo>
                  <a:pt x="0" y="54"/>
                </a:lnTo>
                <a:lnTo>
                  <a:pt x="4" y="54"/>
                </a:lnTo>
                <a:close/>
                <a:moveTo>
                  <a:pt x="4" y="30"/>
                </a:moveTo>
                <a:lnTo>
                  <a:pt x="4" y="24"/>
                </a:lnTo>
                <a:lnTo>
                  <a:pt x="0" y="24"/>
                </a:lnTo>
                <a:lnTo>
                  <a:pt x="0" y="30"/>
                </a:lnTo>
                <a:lnTo>
                  <a:pt x="4" y="30"/>
                </a:lnTo>
                <a:close/>
                <a:moveTo>
                  <a:pt x="4" y="6"/>
                </a:moveTo>
                <a:lnTo>
                  <a:pt x="4" y="0"/>
                </a:lnTo>
                <a:lnTo>
                  <a:pt x="0" y="0"/>
                </a:lnTo>
                <a:lnTo>
                  <a:pt x="0" y="6"/>
                </a:lnTo>
                <a:lnTo>
                  <a:pt x="4" y="6"/>
                </a:lnTo>
                <a:close/>
                <a:moveTo>
                  <a:pt x="4" y="1086"/>
                </a:moveTo>
                <a:lnTo>
                  <a:pt x="4" y="1080"/>
                </a:lnTo>
                <a:lnTo>
                  <a:pt x="0" y="1080"/>
                </a:lnTo>
                <a:lnTo>
                  <a:pt x="0" y="1086"/>
                </a:lnTo>
                <a:lnTo>
                  <a:pt x="4" y="1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1D2B48CC-F0E9-4261-A973-289BBC0AF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93" y="1501776"/>
            <a:ext cx="1736725" cy="1733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63" name="Line 61">
            <a:extLst>
              <a:ext uri="{FF2B5EF4-FFF2-40B4-BE49-F238E27FC236}">
                <a16:creationId xmlns:a16="http://schemas.microsoft.com/office/drawing/2014/main" id="{DDF777A4-6DB7-4307-86CC-9A4E9CBD1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93" y="3235326"/>
            <a:ext cx="173672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4" name="Freeform 62">
            <a:extLst>
              <a:ext uri="{FF2B5EF4-FFF2-40B4-BE49-F238E27FC236}">
                <a16:creationId xmlns:a16="http://schemas.microsoft.com/office/drawing/2014/main" id="{A0336D84-4D45-4597-B749-3BD513055F73}"/>
              </a:ext>
            </a:extLst>
          </p:cNvPr>
          <p:cNvSpPr>
            <a:spLocks noEditPoints="1"/>
          </p:cNvSpPr>
          <p:nvPr/>
        </p:nvSpPr>
        <p:spPr bwMode="auto">
          <a:xfrm>
            <a:off x="6494555" y="1501776"/>
            <a:ext cx="869950" cy="1733550"/>
          </a:xfrm>
          <a:custGeom>
            <a:avLst/>
            <a:gdLst>
              <a:gd name="T0" fmla="*/ 0 w 548"/>
              <a:gd name="T1" fmla="*/ 1092 h 1092"/>
              <a:gd name="T2" fmla="*/ 0 w 548"/>
              <a:gd name="T3" fmla="*/ 0 h 1092"/>
              <a:gd name="T4" fmla="*/ 0 w 548"/>
              <a:gd name="T5" fmla="*/ 0 h 1092"/>
              <a:gd name="T6" fmla="*/ 0 w 548"/>
              <a:gd name="T7" fmla="*/ 1092 h 1092"/>
              <a:gd name="T8" fmla="*/ 0 w 548"/>
              <a:gd name="T9" fmla="*/ 0 h 1092"/>
              <a:gd name="T10" fmla="*/ 0 w 548"/>
              <a:gd name="T11" fmla="*/ 1092 h 1092"/>
              <a:gd name="T12" fmla="*/ 0 w 548"/>
              <a:gd name="T13" fmla="*/ 1092 h 1092"/>
              <a:gd name="T14" fmla="*/ 0 w 548"/>
              <a:gd name="T15" fmla="*/ 1092 h 1092"/>
              <a:gd name="T16" fmla="*/ 0 w 548"/>
              <a:gd name="T17" fmla="*/ 1092 h 1092"/>
              <a:gd name="T18" fmla="*/ 0 w 548"/>
              <a:gd name="T19" fmla="*/ 1092 h 1092"/>
              <a:gd name="T20" fmla="*/ 1 w 548"/>
              <a:gd name="T21" fmla="*/ 1092 h 1092"/>
              <a:gd name="T22" fmla="*/ 1 w 548"/>
              <a:gd name="T23" fmla="*/ 1092 h 1092"/>
              <a:gd name="T24" fmla="*/ 1 w 548"/>
              <a:gd name="T25" fmla="*/ 1092 h 1092"/>
              <a:gd name="T26" fmla="*/ 1 w 548"/>
              <a:gd name="T27" fmla="*/ 1092 h 1092"/>
              <a:gd name="T28" fmla="*/ 1 w 548"/>
              <a:gd name="T29" fmla="*/ 1092 h 1092"/>
              <a:gd name="T30" fmla="*/ 1 w 548"/>
              <a:gd name="T31" fmla="*/ 1092 h 1092"/>
              <a:gd name="T32" fmla="*/ 1 w 548"/>
              <a:gd name="T33" fmla="*/ 1092 h 1092"/>
              <a:gd name="T34" fmla="*/ 1 w 548"/>
              <a:gd name="T35" fmla="*/ 1092 h 1092"/>
              <a:gd name="T36" fmla="*/ 1 w 548"/>
              <a:gd name="T37" fmla="*/ 1092 h 1092"/>
              <a:gd name="T38" fmla="*/ 2 w 548"/>
              <a:gd name="T39" fmla="*/ 1092 h 1092"/>
              <a:gd name="T40" fmla="*/ 2 w 548"/>
              <a:gd name="T41" fmla="*/ 1092 h 1092"/>
              <a:gd name="T42" fmla="*/ 3 w 548"/>
              <a:gd name="T43" fmla="*/ 1092 h 1092"/>
              <a:gd name="T44" fmla="*/ 4 w 548"/>
              <a:gd name="T45" fmla="*/ 1092 h 1092"/>
              <a:gd name="T46" fmla="*/ 7 w 548"/>
              <a:gd name="T47" fmla="*/ 1092 h 1092"/>
              <a:gd name="T48" fmla="*/ 11 w 548"/>
              <a:gd name="T49" fmla="*/ 1092 h 1092"/>
              <a:gd name="T50" fmla="*/ 17 w 548"/>
              <a:gd name="T51" fmla="*/ 1092 h 1092"/>
              <a:gd name="T52" fmla="*/ 26 w 548"/>
              <a:gd name="T53" fmla="*/ 1092 h 1092"/>
              <a:gd name="T54" fmla="*/ 42 w 548"/>
              <a:gd name="T55" fmla="*/ 1092 h 1092"/>
              <a:gd name="T56" fmla="*/ 68 w 548"/>
              <a:gd name="T57" fmla="*/ 1092 h 1092"/>
              <a:gd name="T58" fmla="*/ 109 w 548"/>
              <a:gd name="T59" fmla="*/ 1092 h 1092"/>
              <a:gd name="T60" fmla="*/ 176 w 548"/>
              <a:gd name="T61" fmla="*/ 1092 h 1092"/>
              <a:gd name="T62" fmla="*/ 284 w 548"/>
              <a:gd name="T63" fmla="*/ 1092 h 1092"/>
              <a:gd name="T64" fmla="*/ 458 w 548"/>
              <a:gd name="T65" fmla="*/ 1092 h 1092"/>
              <a:gd name="T66" fmla="*/ 458 w 548"/>
              <a:gd name="T67" fmla="*/ 1091 h 1092"/>
              <a:gd name="T68" fmla="*/ 284 w 548"/>
              <a:gd name="T69" fmla="*/ 1076 h 1092"/>
              <a:gd name="T70" fmla="*/ 176 w 548"/>
              <a:gd name="T71" fmla="*/ 1009 h 1092"/>
              <a:gd name="T72" fmla="*/ 109 w 548"/>
              <a:gd name="T73" fmla="*/ 869 h 1092"/>
              <a:gd name="T74" fmla="*/ 68 w 548"/>
              <a:gd name="T75" fmla="*/ 683 h 1092"/>
              <a:gd name="T76" fmla="*/ 42 w 548"/>
              <a:gd name="T77" fmla="*/ 497 h 1092"/>
              <a:gd name="T78" fmla="*/ 26 w 548"/>
              <a:gd name="T79" fmla="*/ 341 h 1092"/>
              <a:gd name="T80" fmla="*/ 17 w 548"/>
              <a:gd name="T81" fmla="*/ 226 h 1092"/>
              <a:gd name="T82" fmla="*/ 11 w 548"/>
              <a:gd name="T83" fmla="*/ 146 h 1092"/>
              <a:gd name="T84" fmla="*/ 7 w 548"/>
              <a:gd name="T85" fmla="*/ 93 h 1092"/>
              <a:gd name="T86" fmla="*/ 4 w 548"/>
              <a:gd name="T87" fmla="*/ 58 h 1092"/>
              <a:gd name="T88" fmla="*/ 3 w 548"/>
              <a:gd name="T89" fmla="*/ 36 h 1092"/>
              <a:gd name="T90" fmla="*/ 2 w 548"/>
              <a:gd name="T91" fmla="*/ 22 h 1092"/>
              <a:gd name="T92" fmla="*/ 2 w 548"/>
              <a:gd name="T93" fmla="*/ 14 h 1092"/>
              <a:gd name="T94" fmla="*/ 1 w 548"/>
              <a:gd name="T95" fmla="*/ 9 h 1092"/>
              <a:gd name="T96" fmla="*/ 1 w 548"/>
              <a:gd name="T97" fmla="*/ 5 h 1092"/>
              <a:gd name="T98" fmla="*/ 1 w 548"/>
              <a:gd name="T99" fmla="*/ 3 h 1092"/>
              <a:gd name="T100" fmla="*/ 1 w 548"/>
              <a:gd name="T101" fmla="*/ 2 h 1092"/>
              <a:gd name="T102" fmla="*/ 1 w 548"/>
              <a:gd name="T103" fmla="*/ 1 h 1092"/>
              <a:gd name="T104" fmla="*/ 1 w 548"/>
              <a:gd name="T105" fmla="*/ 1 h 1092"/>
              <a:gd name="T106" fmla="*/ 1 w 548"/>
              <a:gd name="T107" fmla="*/ 0 h 1092"/>
              <a:gd name="T108" fmla="*/ 1 w 548"/>
              <a:gd name="T109" fmla="*/ 0 h 1092"/>
              <a:gd name="T110" fmla="*/ 1 w 548"/>
              <a:gd name="T111" fmla="*/ 0 h 1092"/>
              <a:gd name="T112" fmla="*/ 0 w 548"/>
              <a:gd name="T113" fmla="*/ 0 h 1092"/>
              <a:gd name="T114" fmla="*/ 0 w 548"/>
              <a:gd name="T115" fmla="*/ 0 h 1092"/>
              <a:gd name="T116" fmla="*/ 0 w 548"/>
              <a:gd name="T117" fmla="*/ 0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48" h="1092"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0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1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2" y="1092"/>
                </a:lnTo>
                <a:lnTo>
                  <a:pt x="3" y="1092"/>
                </a:lnTo>
                <a:lnTo>
                  <a:pt x="3" y="1092"/>
                </a:lnTo>
                <a:lnTo>
                  <a:pt x="3" y="1092"/>
                </a:lnTo>
                <a:lnTo>
                  <a:pt x="3" y="1092"/>
                </a:lnTo>
                <a:lnTo>
                  <a:pt x="3" y="1092"/>
                </a:lnTo>
                <a:lnTo>
                  <a:pt x="3" y="1092"/>
                </a:lnTo>
                <a:lnTo>
                  <a:pt x="3" y="1092"/>
                </a:lnTo>
                <a:lnTo>
                  <a:pt x="3" y="1092"/>
                </a:lnTo>
                <a:lnTo>
                  <a:pt x="4" y="1092"/>
                </a:lnTo>
                <a:lnTo>
                  <a:pt x="4" y="1092"/>
                </a:lnTo>
                <a:lnTo>
                  <a:pt x="4" y="1092"/>
                </a:lnTo>
                <a:lnTo>
                  <a:pt x="4" y="1092"/>
                </a:lnTo>
                <a:lnTo>
                  <a:pt x="5" y="1092"/>
                </a:lnTo>
                <a:lnTo>
                  <a:pt x="5" y="1092"/>
                </a:lnTo>
                <a:lnTo>
                  <a:pt x="5" y="1092"/>
                </a:lnTo>
                <a:lnTo>
                  <a:pt x="5" y="1092"/>
                </a:lnTo>
                <a:lnTo>
                  <a:pt x="6" y="1092"/>
                </a:lnTo>
                <a:lnTo>
                  <a:pt x="6" y="1092"/>
                </a:lnTo>
                <a:lnTo>
                  <a:pt x="6" y="1092"/>
                </a:lnTo>
                <a:lnTo>
                  <a:pt x="7" y="1092"/>
                </a:lnTo>
                <a:lnTo>
                  <a:pt x="7" y="1092"/>
                </a:lnTo>
                <a:lnTo>
                  <a:pt x="8" y="1092"/>
                </a:lnTo>
                <a:lnTo>
                  <a:pt x="8" y="1092"/>
                </a:lnTo>
                <a:lnTo>
                  <a:pt x="8" y="1092"/>
                </a:lnTo>
                <a:lnTo>
                  <a:pt x="9" y="1092"/>
                </a:lnTo>
                <a:lnTo>
                  <a:pt x="9" y="1092"/>
                </a:lnTo>
                <a:lnTo>
                  <a:pt x="10" y="1092"/>
                </a:lnTo>
                <a:lnTo>
                  <a:pt x="11" y="1092"/>
                </a:lnTo>
                <a:lnTo>
                  <a:pt x="11" y="1092"/>
                </a:lnTo>
                <a:lnTo>
                  <a:pt x="12" y="1092"/>
                </a:lnTo>
                <a:lnTo>
                  <a:pt x="12" y="1092"/>
                </a:lnTo>
                <a:lnTo>
                  <a:pt x="13" y="1092"/>
                </a:lnTo>
                <a:lnTo>
                  <a:pt x="14" y="1092"/>
                </a:lnTo>
                <a:lnTo>
                  <a:pt x="15" y="1092"/>
                </a:lnTo>
                <a:lnTo>
                  <a:pt x="15" y="1092"/>
                </a:lnTo>
                <a:lnTo>
                  <a:pt x="17" y="1092"/>
                </a:lnTo>
                <a:lnTo>
                  <a:pt x="17" y="1092"/>
                </a:lnTo>
                <a:lnTo>
                  <a:pt x="18" y="1092"/>
                </a:lnTo>
                <a:lnTo>
                  <a:pt x="20" y="1092"/>
                </a:lnTo>
                <a:lnTo>
                  <a:pt x="21" y="1092"/>
                </a:lnTo>
                <a:lnTo>
                  <a:pt x="22" y="1092"/>
                </a:lnTo>
                <a:lnTo>
                  <a:pt x="23" y="1092"/>
                </a:lnTo>
                <a:lnTo>
                  <a:pt x="25" y="1092"/>
                </a:lnTo>
                <a:lnTo>
                  <a:pt x="26" y="1092"/>
                </a:lnTo>
                <a:lnTo>
                  <a:pt x="28" y="1092"/>
                </a:lnTo>
                <a:lnTo>
                  <a:pt x="29" y="1092"/>
                </a:lnTo>
                <a:lnTo>
                  <a:pt x="31" y="1092"/>
                </a:lnTo>
                <a:lnTo>
                  <a:pt x="33" y="1092"/>
                </a:lnTo>
                <a:lnTo>
                  <a:pt x="35" y="1092"/>
                </a:lnTo>
                <a:lnTo>
                  <a:pt x="37" y="1092"/>
                </a:lnTo>
                <a:lnTo>
                  <a:pt x="39" y="1092"/>
                </a:lnTo>
                <a:lnTo>
                  <a:pt x="42" y="1092"/>
                </a:lnTo>
                <a:lnTo>
                  <a:pt x="45" y="1092"/>
                </a:lnTo>
                <a:lnTo>
                  <a:pt x="47" y="1092"/>
                </a:lnTo>
                <a:lnTo>
                  <a:pt x="50" y="1092"/>
                </a:lnTo>
                <a:lnTo>
                  <a:pt x="53" y="1092"/>
                </a:lnTo>
                <a:lnTo>
                  <a:pt x="56" y="1092"/>
                </a:lnTo>
                <a:lnTo>
                  <a:pt x="60" y="1092"/>
                </a:lnTo>
                <a:lnTo>
                  <a:pt x="64" y="1092"/>
                </a:lnTo>
                <a:lnTo>
                  <a:pt x="68" y="1092"/>
                </a:lnTo>
                <a:lnTo>
                  <a:pt x="72" y="1092"/>
                </a:lnTo>
                <a:lnTo>
                  <a:pt x="76" y="1092"/>
                </a:lnTo>
                <a:lnTo>
                  <a:pt x="81" y="1092"/>
                </a:lnTo>
                <a:lnTo>
                  <a:pt x="86" y="1092"/>
                </a:lnTo>
                <a:lnTo>
                  <a:pt x="91" y="1092"/>
                </a:lnTo>
                <a:lnTo>
                  <a:pt x="97" y="1092"/>
                </a:lnTo>
                <a:lnTo>
                  <a:pt x="103" y="1092"/>
                </a:lnTo>
                <a:lnTo>
                  <a:pt x="109" y="1092"/>
                </a:lnTo>
                <a:lnTo>
                  <a:pt x="116" y="1092"/>
                </a:lnTo>
                <a:lnTo>
                  <a:pt x="123" y="1092"/>
                </a:lnTo>
                <a:lnTo>
                  <a:pt x="130" y="1092"/>
                </a:lnTo>
                <a:lnTo>
                  <a:pt x="138" y="1092"/>
                </a:lnTo>
                <a:lnTo>
                  <a:pt x="147" y="1092"/>
                </a:lnTo>
                <a:lnTo>
                  <a:pt x="156" y="1092"/>
                </a:lnTo>
                <a:lnTo>
                  <a:pt x="166" y="1092"/>
                </a:lnTo>
                <a:lnTo>
                  <a:pt x="176" y="1092"/>
                </a:lnTo>
                <a:lnTo>
                  <a:pt x="187" y="1092"/>
                </a:lnTo>
                <a:lnTo>
                  <a:pt x="198" y="1092"/>
                </a:lnTo>
                <a:lnTo>
                  <a:pt x="210" y="1092"/>
                </a:lnTo>
                <a:lnTo>
                  <a:pt x="223" y="1092"/>
                </a:lnTo>
                <a:lnTo>
                  <a:pt x="237" y="1092"/>
                </a:lnTo>
                <a:lnTo>
                  <a:pt x="252" y="1092"/>
                </a:lnTo>
                <a:lnTo>
                  <a:pt x="267" y="1092"/>
                </a:lnTo>
                <a:lnTo>
                  <a:pt x="284" y="1092"/>
                </a:lnTo>
                <a:lnTo>
                  <a:pt x="301" y="1092"/>
                </a:lnTo>
                <a:lnTo>
                  <a:pt x="320" y="1092"/>
                </a:lnTo>
                <a:lnTo>
                  <a:pt x="340" y="1092"/>
                </a:lnTo>
                <a:lnTo>
                  <a:pt x="361" y="1092"/>
                </a:lnTo>
                <a:lnTo>
                  <a:pt x="383" y="1092"/>
                </a:lnTo>
                <a:lnTo>
                  <a:pt x="406" y="1092"/>
                </a:lnTo>
                <a:lnTo>
                  <a:pt x="432" y="1092"/>
                </a:lnTo>
                <a:lnTo>
                  <a:pt x="458" y="1092"/>
                </a:lnTo>
                <a:lnTo>
                  <a:pt x="487" y="1092"/>
                </a:lnTo>
                <a:lnTo>
                  <a:pt x="517" y="1092"/>
                </a:lnTo>
                <a:lnTo>
                  <a:pt x="548" y="1092"/>
                </a:lnTo>
                <a:lnTo>
                  <a:pt x="548" y="1092"/>
                </a:lnTo>
                <a:lnTo>
                  <a:pt x="548" y="1092"/>
                </a:lnTo>
                <a:lnTo>
                  <a:pt x="517" y="1092"/>
                </a:lnTo>
                <a:lnTo>
                  <a:pt x="487" y="1092"/>
                </a:lnTo>
                <a:lnTo>
                  <a:pt x="458" y="1091"/>
                </a:lnTo>
                <a:lnTo>
                  <a:pt x="432" y="1091"/>
                </a:lnTo>
                <a:lnTo>
                  <a:pt x="406" y="1090"/>
                </a:lnTo>
                <a:lnTo>
                  <a:pt x="383" y="1089"/>
                </a:lnTo>
                <a:lnTo>
                  <a:pt x="361" y="1087"/>
                </a:lnTo>
                <a:lnTo>
                  <a:pt x="340" y="1085"/>
                </a:lnTo>
                <a:lnTo>
                  <a:pt x="320" y="1083"/>
                </a:lnTo>
                <a:lnTo>
                  <a:pt x="301" y="1080"/>
                </a:lnTo>
                <a:lnTo>
                  <a:pt x="284" y="1076"/>
                </a:lnTo>
                <a:lnTo>
                  <a:pt x="267" y="1071"/>
                </a:lnTo>
                <a:lnTo>
                  <a:pt x="252" y="1065"/>
                </a:lnTo>
                <a:lnTo>
                  <a:pt x="237" y="1059"/>
                </a:lnTo>
                <a:lnTo>
                  <a:pt x="223" y="1052"/>
                </a:lnTo>
                <a:lnTo>
                  <a:pt x="210" y="1043"/>
                </a:lnTo>
                <a:lnTo>
                  <a:pt x="198" y="1033"/>
                </a:lnTo>
                <a:lnTo>
                  <a:pt x="187" y="1021"/>
                </a:lnTo>
                <a:lnTo>
                  <a:pt x="176" y="1009"/>
                </a:lnTo>
                <a:lnTo>
                  <a:pt x="166" y="996"/>
                </a:lnTo>
                <a:lnTo>
                  <a:pt x="156" y="981"/>
                </a:lnTo>
                <a:lnTo>
                  <a:pt x="147" y="965"/>
                </a:lnTo>
                <a:lnTo>
                  <a:pt x="138" y="948"/>
                </a:lnTo>
                <a:lnTo>
                  <a:pt x="130" y="930"/>
                </a:lnTo>
                <a:lnTo>
                  <a:pt x="123" y="911"/>
                </a:lnTo>
                <a:lnTo>
                  <a:pt x="116" y="891"/>
                </a:lnTo>
                <a:lnTo>
                  <a:pt x="109" y="869"/>
                </a:lnTo>
                <a:lnTo>
                  <a:pt x="103" y="848"/>
                </a:lnTo>
                <a:lnTo>
                  <a:pt x="97" y="826"/>
                </a:lnTo>
                <a:lnTo>
                  <a:pt x="91" y="803"/>
                </a:lnTo>
                <a:lnTo>
                  <a:pt x="86" y="779"/>
                </a:lnTo>
                <a:lnTo>
                  <a:pt x="81" y="755"/>
                </a:lnTo>
                <a:lnTo>
                  <a:pt x="76" y="731"/>
                </a:lnTo>
                <a:lnTo>
                  <a:pt x="72" y="707"/>
                </a:lnTo>
                <a:lnTo>
                  <a:pt x="68" y="683"/>
                </a:lnTo>
                <a:lnTo>
                  <a:pt x="64" y="659"/>
                </a:lnTo>
                <a:lnTo>
                  <a:pt x="60" y="635"/>
                </a:lnTo>
                <a:lnTo>
                  <a:pt x="56" y="611"/>
                </a:lnTo>
                <a:lnTo>
                  <a:pt x="53" y="588"/>
                </a:lnTo>
                <a:lnTo>
                  <a:pt x="50" y="564"/>
                </a:lnTo>
                <a:lnTo>
                  <a:pt x="47" y="541"/>
                </a:lnTo>
                <a:lnTo>
                  <a:pt x="45" y="519"/>
                </a:lnTo>
                <a:lnTo>
                  <a:pt x="42" y="497"/>
                </a:lnTo>
                <a:lnTo>
                  <a:pt x="39" y="475"/>
                </a:lnTo>
                <a:lnTo>
                  <a:pt x="37" y="454"/>
                </a:lnTo>
                <a:lnTo>
                  <a:pt x="35" y="434"/>
                </a:lnTo>
                <a:lnTo>
                  <a:pt x="33" y="414"/>
                </a:lnTo>
                <a:lnTo>
                  <a:pt x="31" y="395"/>
                </a:lnTo>
                <a:lnTo>
                  <a:pt x="29" y="377"/>
                </a:lnTo>
                <a:lnTo>
                  <a:pt x="28" y="359"/>
                </a:lnTo>
                <a:lnTo>
                  <a:pt x="26" y="341"/>
                </a:lnTo>
                <a:lnTo>
                  <a:pt x="25" y="325"/>
                </a:lnTo>
                <a:lnTo>
                  <a:pt x="23" y="309"/>
                </a:lnTo>
                <a:lnTo>
                  <a:pt x="22" y="294"/>
                </a:lnTo>
                <a:lnTo>
                  <a:pt x="21" y="279"/>
                </a:lnTo>
                <a:lnTo>
                  <a:pt x="20" y="265"/>
                </a:lnTo>
                <a:lnTo>
                  <a:pt x="18" y="251"/>
                </a:lnTo>
                <a:lnTo>
                  <a:pt x="17" y="238"/>
                </a:lnTo>
                <a:lnTo>
                  <a:pt x="17" y="226"/>
                </a:lnTo>
                <a:lnTo>
                  <a:pt x="15" y="214"/>
                </a:lnTo>
                <a:lnTo>
                  <a:pt x="15" y="203"/>
                </a:lnTo>
                <a:lnTo>
                  <a:pt x="14" y="192"/>
                </a:lnTo>
                <a:lnTo>
                  <a:pt x="13" y="182"/>
                </a:lnTo>
                <a:lnTo>
                  <a:pt x="12" y="172"/>
                </a:lnTo>
                <a:lnTo>
                  <a:pt x="12" y="163"/>
                </a:lnTo>
                <a:lnTo>
                  <a:pt x="11" y="154"/>
                </a:lnTo>
                <a:lnTo>
                  <a:pt x="11" y="146"/>
                </a:lnTo>
                <a:lnTo>
                  <a:pt x="10" y="138"/>
                </a:lnTo>
                <a:lnTo>
                  <a:pt x="9" y="130"/>
                </a:lnTo>
                <a:lnTo>
                  <a:pt x="9" y="123"/>
                </a:lnTo>
                <a:lnTo>
                  <a:pt x="8" y="116"/>
                </a:lnTo>
                <a:lnTo>
                  <a:pt x="8" y="110"/>
                </a:lnTo>
                <a:lnTo>
                  <a:pt x="8" y="104"/>
                </a:lnTo>
                <a:lnTo>
                  <a:pt x="7" y="98"/>
                </a:lnTo>
                <a:lnTo>
                  <a:pt x="7" y="93"/>
                </a:lnTo>
                <a:lnTo>
                  <a:pt x="6" y="87"/>
                </a:lnTo>
                <a:lnTo>
                  <a:pt x="6" y="82"/>
                </a:lnTo>
                <a:lnTo>
                  <a:pt x="6" y="78"/>
                </a:lnTo>
                <a:lnTo>
                  <a:pt x="5" y="73"/>
                </a:lnTo>
                <a:lnTo>
                  <a:pt x="5" y="69"/>
                </a:lnTo>
                <a:lnTo>
                  <a:pt x="5" y="65"/>
                </a:lnTo>
                <a:lnTo>
                  <a:pt x="5" y="61"/>
                </a:lnTo>
                <a:lnTo>
                  <a:pt x="4" y="58"/>
                </a:lnTo>
                <a:lnTo>
                  <a:pt x="4" y="55"/>
                </a:lnTo>
                <a:lnTo>
                  <a:pt x="4" y="52"/>
                </a:lnTo>
                <a:lnTo>
                  <a:pt x="4" y="49"/>
                </a:lnTo>
                <a:lnTo>
                  <a:pt x="3" y="46"/>
                </a:lnTo>
                <a:lnTo>
                  <a:pt x="3" y="43"/>
                </a:lnTo>
                <a:lnTo>
                  <a:pt x="3" y="41"/>
                </a:lnTo>
                <a:lnTo>
                  <a:pt x="3" y="39"/>
                </a:lnTo>
                <a:lnTo>
                  <a:pt x="3" y="36"/>
                </a:lnTo>
                <a:lnTo>
                  <a:pt x="3" y="34"/>
                </a:lnTo>
                <a:lnTo>
                  <a:pt x="3" y="32"/>
                </a:lnTo>
                <a:lnTo>
                  <a:pt x="3" y="30"/>
                </a:lnTo>
                <a:lnTo>
                  <a:pt x="2" y="28"/>
                </a:lnTo>
                <a:lnTo>
                  <a:pt x="2" y="27"/>
                </a:lnTo>
                <a:lnTo>
                  <a:pt x="2" y="25"/>
                </a:lnTo>
                <a:lnTo>
                  <a:pt x="2" y="24"/>
                </a:lnTo>
                <a:lnTo>
                  <a:pt x="2" y="22"/>
                </a:lnTo>
                <a:lnTo>
                  <a:pt x="2" y="21"/>
                </a:lnTo>
                <a:lnTo>
                  <a:pt x="2" y="20"/>
                </a:lnTo>
                <a:lnTo>
                  <a:pt x="2" y="19"/>
                </a:lnTo>
                <a:lnTo>
                  <a:pt x="2" y="18"/>
                </a:lnTo>
                <a:lnTo>
                  <a:pt x="2" y="16"/>
                </a:lnTo>
                <a:lnTo>
                  <a:pt x="2" y="16"/>
                </a:lnTo>
                <a:lnTo>
                  <a:pt x="2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1" y="10"/>
                </a:lnTo>
                <a:lnTo>
                  <a:pt x="1" y="9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1" y="7"/>
                </a:lnTo>
                <a:lnTo>
                  <a:pt x="1" y="7"/>
                </a:lnTo>
                <a:lnTo>
                  <a:pt x="1" y="6"/>
                </a:lnTo>
                <a:lnTo>
                  <a:pt x="1" y="6"/>
                </a:lnTo>
                <a:lnTo>
                  <a:pt x="1" y="6"/>
                </a:lnTo>
                <a:lnTo>
                  <a:pt x="1" y="5"/>
                </a:lnTo>
                <a:lnTo>
                  <a:pt x="1" y="5"/>
                </a:lnTo>
                <a:lnTo>
                  <a:pt x="1" y="4"/>
                </a:lnTo>
                <a:lnTo>
                  <a:pt x="1" y="4"/>
                </a:lnTo>
                <a:lnTo>
                  <a:pt x="1" y="4"/>
                </a:lnTo>
                <a:lnTo>
                  <a:pt x="1" y="4"/>
                </a:lnTo>
                <a:lnTo>
                  <a:pt x="1" y="4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5" name="Freeform 63">
            <a:extLst>
              <a:ext uri="{FF2B5EF4-FFF2-40B4-BE49-F238E27FC236}">
                <a16:creationId xmlns:a16="http://schemas.microsoft.com/office/drawing/2014/main" id="{A7858A9B-28B7-4352-94C5-8A03E10B6248}"/>
              </a:ext>
            </a:extLst>
          </p:cNvPr>
          <p:cNvSpPr>
            <a:spLocks/>
          </p:cNvSpPr>
          <p:nvPr/>
        </p:nvSpPr>
        <p:spPr bwMode="auto">
          <a:xfrm>
            <a:off x="6494555" y="1501776"/>
            <a:ext cx="869950" cy="1733550"/>
          </a:xfrm>
          <a:custGeom>
            <a:avLst/>
            <a:gdLst>
              <a:gd name="T0" fmla="*/ 0 w 548"/>
              <a:gd name="T1" fmla="*/ 0 h 1092"/>
              <a:gd name="T2" fmla="*/ 0 w 548"/>
              <a:gd name="T3" fmla="*/ 0 h 1092"/>
              <a:gd name="T4" fmla="*/ 0 w 548"/>
              <a:gd name="T5" fmla="*/ 0 h 1092"/>
              <a:gd name="T6" fmla="*/ 0 w 548"/>
              <a:gd name="T7" fmla="*/ 0 h 1092"/>
              <a:gd name="T8" fmla="*/ 0 w 548"/>
              <a:gd name="T9" fmla="*/ 0 h 1092"/>
              <a:gd name="T10" fmla="*/ 0 w 548"/>
              <a:gd name="T11" fmla="*/ 0 h 1092"/>
              <a:gd name="T12" fmla="*/ 0 w 548"/>
              <a:gd name="T13" fmla="*/ 0 h 1092"/>
              <a:gd name="T14" fmla="*/ 0 w 548"/>
              <a:gd name="T15" fmla="*/ 0 h 1092"/>
              <a:gd name="T16" fmla="*/ 0 w 548"/>
              <a:gd name="T17" fmla="*/ 0 h 1092"/>
              <a:gd name="T18" fmla="*/ 0 w 548"/>
              <a:gd name="T19" fmla="*/ 0 h 1092"/>
              <a:gd name="T20" fmla="*/ 0 w 548"/>
              <a:gd name="T21" fmla="*/ 0 h 1092"/>
              <a:gd name="T22" fmla="*/ 0 w 548"/>
              <a:gd name="T23" fmla="*/ 0 h 1092"/>
              <a:gd name="T24" fmla="*/ 0 w 548"/>
              <a:gd name="T25" fmla="*/ 0 h 1092"/>
              <a:gd name="T26" fmla="*/ 0 w 548"/>
              <a:gd name="T27" fmla="*/ 0 h 1092"/>
              <a:gd name="T28" fmla="*/ 0 w 548"/>
              <a:gd name="T29" fmla="*/ 0 h 1092"/>
              <a:gd name="T30" fmla="*/ 0 w 548"/>
              <a:gd name="T31" fmla="*/ 0 h 1092"/>
              <a:gd name="T32" fmla="*/ 0 w 548"/>
              <a:gd name="T33" fmla="*/ 0 h 1092"/>
              <a:gd name="T34" fmla="*/ 0 w 548"/>
              <a:gd name="T35" fmla="*/ 0 h 1092"/>
              <a:gd name="T36" fmla="*/ 0 w 548"/>
              <a:gd name="T37" fmla="*/ 0 h 1092"/>
              <a:gd name="T38" fmla="*/ 0 w 548"/>
              <a:gd name="T39" fmla="*/ 0 h 1092"/>
              <a:gd name="T40" fmla="*/ 0 w 548"/>
              <a:gd name="T41" fmla="*/ 0 h 1092"/>
              <a:gd name="T42" fmla="*/ 0 w 548"/>
              <a:gd name="T43" fmla="*/ 0 h 1092"/>
              <a:gd name="T44" fmla="*/ 0 w 548"/>
              <a:gd name="T45" fmla="*/ 0 h 1092"/>
              <a:gd name="T46" fmla="*/ 0 w 548"/>
              <a:gd name="T47" fmla="*/ 0 h 1092"/>
              <a:gd name="T48" fmla="*/ 0 w 548"/>
              <a:gd name="T49" fmla="*/ 0 h 1092"/>
              <a:gd name="T50" fmla="*/ 0 w 548"/>
              <a:gd name="T51" fmla="*/ 0 h 1092"/>
              <a:gd name="T52" fmla="*/ 0 w 548"/>
              <a:gd name="T53" fmla="*/ 0 h 1092"/>
              <a:gd name="T54" fmla="*/ 0 w 548"/>
              <a:gd name="T55" fmla="*/ 0 h 1092"/>
              <a:gd name="T56" fmla="*/ 0 w 548"/>
              <a:gd name="T57" fmla="*/ 0 h 1092"/>
              <a:gd name="T58" fmla="*/ 0 w 548"/>
              <a:gd name="T59" fmla="*/ 0 h 1092"/>
              <a:gd name="T60" fmla="*/ 0 w 548"/>
              <a:gd name="T61" fmla="*/ 0 h 1092"/>
              <a:gd name="T62" fmla="*/ 0 w 548"/>
              <a:gd name="T63" fmla="*/ 0 h 1092"/>
              <a:gd name="T64" fmla="*/ 0 w 548"/>
              <a:gd name="T65" fmla="*/ 0 h 1092"/>
              <a:gd name="T66" fmla="*/ 0 w 548"/>
              <a:gd name="T67" fmla="*/ 0 h 1092"/>
              <a:gd name="T68" fmla="*/ 0 w 548"/>
              <a:gd name="T69" fmla="*/ 0 h 1092"/>
              <a:gd name="T70" fmla="*/ 0 w 548"/>
              <a:gd name="T71" fmla="*/ 0 h 1092"/>
              <a:gd name="T72" fmla="*/ 0 w 548"/>
              <a:gd name="T73" fmla="*/ 0 h 1092"/>
              <a:gd name="T74" fmla="*/ 0 w 548"/>
              <a:gd name="T75" fmla="*/ 0 h 1092"/>
              <a:gd name="T76" fmla="*/ 1 w 548"/>
              <a:gd name="T77" fmla="*/ 0 h 1092"/>
              <a:gd name="T78" fmla="*/ 1 w 548"/>
              <a:gd name="T79" fmla="*/ 0 h 1092"/>
              <a:gd name="T80" fmla="*/ 1 w 548"/>
              <a:gd name="T81" fmla="*/ 0 h 1092"/>
              <a:gd name="T82" fmla="*/ 1 w 548"/>
              <a:gd name="T83" fmla="*/ 1 h 1092"/>
              <a:gd name="T84" fmla="*/ 1 w 548"/>
              <a:gd name="T85" fmla="*/ 1 h 1092"/>
              <a:gd name="T86" fmla="*/ 1 w 548"/>
              <a:gd name="T87" fmla="*/ 2 h 1092"/>
              <a:gd name="T88" fmla="*/ 1 w 548"/>
              <a:gd name="T89" fmla="*/ 4 h 1092"/>
              <a:gd name="T90" fmla="*/ 1 w 548"/>
              <a:gd name="T91" fmla="*/ 6 h 1092"/>
              <a:gd name="T92" fmla="*/ 1 w 548"/>
              <a:gd name="T93" fmla="*/ 10 h 1092"/>
              <a:gd name="T94" fmla="*/ 2 w 548"/>
              <a:gd name="T95" fmla="*/ 16 h 1092"/>
              <a:gd name="T96" fmla="*/ 2 w 548"/>
              <a:gd name="T97" fmla="*/ 25 h 1092"/>
              <a:gd name="T98" fmla="*/ 3 w 548"/>
              <a:gd name="T99" fmla="*/ 41 h 1092"/>
              <a:gd name="T100" fmla="*/ 5 w 548"/>
              <a:gd name="T101" fmla="*/ 65 h 1092"/>
              <a:gd name="T102" fmla="*/ 8 w 548"/>
              <a:gd name="T103" fmla="*/ 104 h 1092"/>
              <a:gd name="T104" fmla="*/ 12 w 548"/>
              <a:gd name="T105" fmla="*/ 163 h 1092"/>
              <a:gd name="T106" fmla="*/ 18 w 548"/>
              <a:gd name="T107" fmla="*/ 251 h 1092"/>
              <a:gd name="T108" fmla="*/ 29 w 548"/>
              <a:gd name="T109" fmla="*/ 377 h 1092"/>
              <a:gd name="T110" fmla="*/ 47 w 548"/>
              <a:gd name="T111" fmla="*/ 541 h 1092"/>
              <a:gd name="T112" fmla="*/ 76 w 548"/>
              <a:gd name="T113" fmla="*/ 731 h 1092"/>
              <a:gd name="T114" fmla="*/ 123 w 548"/>
              <a:gd name="T115" fmla="*/ 911 h 1092"/>
              <a:gd name="T116" fmla="*/ 198 w 548"/>
              <a:gd name="T117" fmla="*/ 1033 h 1092"/>
              <a:gd name="T118" fmla="*/ 320 w 548"/>
              <a:gd name="T119" fmla="*/ 1083 h 1092"/>
              <a:gd name="T120" fmla="*/ 517 w 548"/>
              <a:gd name="T121" fmla="*/ 1092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48" h="109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1" y="4"/>
                </a:lnTo>
                <a:lnTo>
                  <a:pt x="1" y="4"/>
                </a:lnTo>
                <a:lnTo>
                  <a:pt x="1" y="4"/>
                </a:lnTo>
                <a:lnTo>
                  <a:pt x="1" y="5"/>
                </a:lnTo>
                <a:lnTo>
                  <a:pt x="1" y="5"/>
                </a:lnTo>
                <a:lnTo>
                  <a:pt x="1" y="6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1" y="7"/>
                </a:lnTo>
                <a:lnTo>
                  <a:pt x="1" y="8"/>
                </a:lnTo>
                <a:lnTo>
                  <a:pt x="1" y="9"/>
                </a:lnTo>
                <a:lnTo>
                  <a:pt x="1" y="9"/>
                </a:lnTo>
                <a:lnTo>
                  <a:pt x="1" y="10"/>
                </a:lnTo>
                <a:lnTo>
                  <a:pt x="1" y="10"/>
                </a:lnTo>
                <a:lnTo>
                  <a:pt x="1" y="11"/>
                </a:lnTo>
                <a:lnTo>
                  <a:pt x="1" y="12"/>
                </a:lnTo>
                <a:lnTo>
                  <a:pt x="2" y="12"/>
                </a:lnTo>
                <a:lnTo>
                  <a:pt x="2" y="13"/>
                </a:lnTo>
                <a:lnTo>
                  <a:pt x="2" y="14"/>
                </a:lnTo>
                <a:lnTo>
                  <a:pt x="2" y="15"/>
                </a:lnTo>
                <a:lnTo>
                  <a:pt x="2" y="16"/>
                </a:lnTo>
                <a:lnTo>
                  <a:pt x="2" y="16"/>
                </a:lnTo>
                <a:lnTo>
                  <a:pt x="2" y="18"/>
                </a:lnTo>
                <a:lnTo>
                  <a:pt x="2" y="19"/>
                </a:lnTo>
                <a:lnTo>
                  <a:pt x="2" y="20"/>
                </a:lnTo>
                <a:lnTo>
                  <a:pt x="2" y="21"/>
                </a:lnTo>
                <a:lnTo>
                  <a:pt x="2" y="22"/>
                </a:lnTo>
                <a:lnTo>
                  <a:pt x="2" y="24"/>
                </a:lnTo>
                <a:lnTo>
                  <a:pt x="2" y="25"/>
                </a:lnTo>
                <a:lnTo>
                  <a:pt x="2" y="27"/>
                </a:lnTo>
                <a:lnTo>
                  <a:pt x="2" y="28"/>
                </a:lnTo>
                <a:lnTo>
                  <a:pt x="3" y="30"/>
                </a:lnTo>
                <a:lnTo>
                  <a:pt x="3" y="32"/>
                </a:lnTo>
                <a:lnTo>
                  <a:pt x="3" y="34"/>
                </a:lnTo>
                <a:lnTo>
                  <a:pt x="3" y="36"/>
                </a:lnTo>
                <a:lnTo>
                  <a:pt x="3" y="39"/>
                </a:lnTo>
                <a:lnTo>
                  <a:pt x="3" y="41"/>
                </a:lnTo>
                <a:lnTo>
                  <a:pt x="3" y="43"/>
                </a:lnTo>
                <a:lnTo>
                  <a:pt x="3" y="46"/>
                </a:lnTo>
                <a:lnTo>
                  <a:pt x="4" y="49"/>
                </a:lnTo>
                <a:lnTo>
                  <a:pt x="4" y="52"/>
                </a:lnTo>
                <a:lnTo>
                  <a:pt x="4" y="55"/>
                </a:lnTo>
                <a:lnTo>
                  <a:pt x="4" y="58"/>
                </a:lnTo>
                <a:lnTo>
                  <a:pt x="5" y="61"/>
                </a:lnTo>
                <a:lnTo>
                  <a:pt x="5" y="65"/>
                </a:lnTo>
                <a:lnTo>
                  <a:pt x="5" y="69"/>
                </a:lnTo>
                <a:lnTo>
                  <a:pt x="5" y="73"/>
                </a:lnTo>
                <a:lnTo>
                  <a:pt x="6" y="78"/>
                </a:lnTo>
                <a:lnTo>
                  <a:pt x="6" y="82"/>
                </a:lnTo>
                <a:lnTo>
                  <a:pt x="6" y="87"/>
                </a:lnTo>
                <a:lnTo>
                  <a:pt x="7" y="93"/>
                </a:lnTo>
                <a:lnTo>
                  <a:pt x="7" y="98"/>
                </a:lnTo>
                <a:lnTo>
                  <a:pt x="8" y="104"/>
                </a:lnTo>
                <a:lnTo>
                  <a:pt x="8" y="110"/>
                </a:lnTo>
                <a:lnTo>
                  <a:pt x="8" y="116"/>
                </a:lnTo>
                <a:lnTo>
                  <a:pt x="9" y="123"/>
                </a:lnTo>
                <a:lnTo>
                  <a:pt x="9" y="130"/>
                </a:lnTo>
                <a:lnTo>
                  <a:pt x="10" y="138"/>
                </a:lnTo>
                <a:lnTo>
                  <a:pt x="11" y="146"/>
                </a:lnTo>
                <a:lnTo>
                  <a:pt x="11" y="154"/>
                </a:lnTo>
                <a:lnTo>
                  <a:pt x="12" y="163"/>
                </a:lnTo>
                <a:lnTo>
                  <a:pt x="12" y="172"/>
                </a:lnTo>
                <a:lnTo>
                  <a:pt x="13" y="182"/>
                </a:lnTo>
                <a:lnTo>
                  <a:pt x="14" y="192"/>
                </a:lnTo>
                <a:lnTo>
                  <a:pt x="15" y="203"/>
                </a:lnTo>
                <a:lnTo>
                  <a:pt x="15" y="214"/>
                </a:lnTo>
                <a:lnTo>
                  <a:pt x="17" y="226"/>
                </a:lnTo>
                <a:lnTo>
                  <a:pt x="17" y="238"/>
                </a:lnTo>
                <a:lnTo>
                  <a:pt x="18" y="251"/>
                </a:lnTo>
                <a:lnTo>
                  <a:pt x="20" y="265"/>
                </a:lnTo>
                <a:lnTo>
                  <a:pt x="21" y="279"/>
                </a:lnTo>
                <a:lnTo>
                  <a:pt x="22" y="294"/>
                </a:lnTo>
                <a:lnTo>
                  <a:pt x="23" y="309"/>
                </a:lnTo>
                <a:lnTo>
                  <a:pt x="25" y="325"/>
                </a:lnTo>
                <a:lnTo>
                  <a:pt x="26" y="341"/>
                </a:lnTo>
                <a:lnTo>
                  <a:pt x="28" y="359"/>
                </a:lnTo>
                <a:lnTo>
                  <a:pt x="29" y="377"/>
                </a:lnTo>
                <a:lnTo>
                  <a:pt x="31" y="395"/>
                </a:lnTo>
                <a:lnTo>
                  <a:pt x="33" y="414"/>
                </a:lnTo>
                <a:lnTo>
                  <a:pt x="35" y="434"/>
                </a:lnTo>
                <a:lnTo>
                  <a:pt x="37" y="454"/>
                </a:lnTo>
                <a:lnTo>
                  <a:pt x="39" y="475"/>
                </a:lnTo>
                <a:lnTo>
                  <a:pt x="42" y="497"/>
                </a:lnTo>
                <a:lnTo>
                  <a:pt x="45" y="519"/>
                </a:lnTo>
                <a:lnTo>
                  <a:pt x="47" y="541"/>
                </a:lnTo>
                <a:lnTo>
                  <a:pt x="50" y="564"/>
                </a:lnTo>
                <a:lnTo>
                  <a:pt x="53" y="588"/>
                </a:lnTo>
                <a:lnTo>
                  <a:pt x="56" y="611"/>
                </a:lnTo>
                <a:lnTo>
                  <a:pt x="60" y="635"/>
                </a:lnTo>
                <a:lnTo>
                  <a:pt x="64" y="659"/>
                </a:lnTo>
                <a:lnTo>
                  <a:pt x="68" y="683"/>
                </a:lnTo>
                <a:lnTo>
                  <a:pt x="72" y="707"/>
                </a:lnTo>
                <a:lnTo>
                  <a:pt x="76" y="731"/>
                </a:lnTo>
                <a:lnTo>
                  <a:pt x="81" y="755"/>
                </a:lnTo>
                <a:lnTo>
                  <a:pt x="86" y="779"/>
                </a:lnTo>
                <a:lnTo>
                  <a:pt x="91" y="803"/>
                </a:lnTo>
                <a:lnTo>
                  <a:pt x="97" y="826"/>
                </a:lnTo>
                <a:lnTo>
                  <a:pt x="103" y="848"/>
                </a:lnTo>
                <a:lnTo>
                  <a:pt x="109" y="869"/>
                </a:lnTo>
                <a:lnTo>
                  <a:pt x="116" y="891"/>
                </a:lnTo>
                <a:lnTo>
                  <a:pt x="123" y="911"/>
                </a:lnTo>
                <a:lnTo>
                  <a:pt x="130" y="930"/>
                </a:lnTo>
                <a:lnTo>
                  <a:pt x="138" y="948"/>
                </a:lnTo>
                <a:lnTo>
                  <a:pt x="147" y="965"/>
                </a:lnTo>
                <a:lnTo>
                  <a:pt x="156" y="981"/>
                </a:lnTo>
                <a:lnTo>
                  <a:pt x="166" y="996"/>
                </a:lnTo>
                <a:lnTo>
                  <a:pt x="176" y="1009"/>
                </a:lnTo>
                <a:lnTo>
                  <a:pt x="187" y="1021"/>
                </a:lnTo>
                <a:lnTo>
                  <a:pt x="198" y="1033"/>
                </a:lnTo>
                <a:lnTo>
                  <a:pt x="210" y="1043"/>
                </a:lnTo>
                <a:lnTo>
                  <a:pt x="223" y="1052"/>
                </a:lnTo>
                <a:lnTo>
                  <a:pt x="237" y="1059"/>
                </a:lnTo>
                <a:lnTo>
                  <a:pt x="252" y="1065"/>
                </a:lnTo>
                <a:lnTo>
                  <a:pt x="267" y="1071"/>
                </a:lnTo>
                <a:lnTo>
                  <a:pt x="284" y="1076"/>
                </a:lnTo>
                <a:lnTo>
                  <a:pt x="301" y="1080"/>
                </a:lnTo>
                <a:lnTo>
                  <a:pt x="320" y="1083"/>
                </a:lnTo>
                <a:lnTo>
                  <a:pt x="340" y="1085"/>
                </a:lnTo>
                <a:lnTo>
                  <a:pt x="361" y="1087"/>
                </a:lnTo>
                <a:lnTo>
                  <a:pt x="383" y="1089"/>
                </a:lnTo>
                <a:lnTo>
                  <a:pt x="406" y="1090"/>
                </a:lnTo>
                <a:lnTo>
                  <a:pt x="432" y="1091"/>
                </a:lnTo>
                <a:lnTo>
                  <a:pt x="458" y="1091"/>
                </a:lnTo>
                <a:lnTo>
                  <a:pt x="487" y="1092"/>
                </a:lnTo>
                <a:lnTo>
                  <a:pt x="517" y="1092"/>
                </a:lnTo>
                <a:lnTo>
                  <a:pt x="548" y="1092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6" name="Line 64">
            <a:extLst>
              <a:ext uri="{FF2B5EF4-FFF2-40B4-BE49-F238E27FC236}">
                <a16:creationId xmlns:a16="http://schemas.microsoft.com/office/drawing/2014/main" id="{75DDE82E-2711-4853-8D9E-813C46868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93" y="3235326"/>
            <a:ext cx="173672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7" name="Line 65">
            <a:extLst>
              <a:ext uri="{FF2B5EF4-FFF2-40B4-BE49-F238E27FC236}">
                <a16:creationId xmlns:a16="http://schemas.microsoft.com/office/drawing/2014/main" id="{6C065FAD-2B46-46B0-9B6C-0726C5DDF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93" y="1501776"/>
            <a:ext cx="173672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8" name="Line 66">
            <a:extLst>
              <a:ext uri="{FF2B5EF4-FFF2-40B4-BE49-F238E27FC236}">
                <a16:creationId xmlns:a16="http://schemas.microsoft.com/office/drawing/2014/main" id="{91B77AB8-232F-4F4A-B3B8-6E4FFCCAD4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6193" y="3219451"/>
            <a:ext cx="0" cy="158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9" name="Line 67">
            <a:extLst>
              <a:ext uri="{FF2B5EF4-FFF2-40B4-BE49-F238E27FC236}">
                <a16:creationId xmlns:a16="http://schemas.microsoft.com/office/drawing/2014/main" id="{6A7ECE27-2E7F-4646-8391-53A8A7C5CD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4555" y="3219451"/>
            <a:ext cx="0" cy="158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0" name="Line 68">
            <a:extLst>
              <a:ext uri="{FF2B5EF4-FFF2-40B4-BE49-F238E27FC236}">
                <a16:creationId xmlns:a16="http://schemas.microsoft.com/office/drawing/2014/main" id="{91584298-C06C-4833-A5F0-F19E312BB0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2918" y="3219451"/>
            <a:ext cx="0" cy="158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1" name="Line 69">
            <a:extLst>
              <a:ext uri="{FF2B5EF4-FFF2-40B4-BE49-F238E27FC236}">
                <a16:creationId xmlns:a16="http://schemas.microsoft.com/office/drawing/2014/main" id="{14EC8DBB-57A1-4F17-8522-99C0E2BD0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93" y="1501776"/>
            <a:ext cx="0" cy="17463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2" name="Line 70">
            <a:extLst>
              <a:ext uri="{FF2B5EF4-FFF2-40B4-BE49-F238E27FC236}">
                <a16:creationId xmlns:a16="http://schemas.microsoft.com/office/drawing/2014/main" id="{A35C3584-8C5D-4C0F-88BB-930FC3D19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4555" y="1501776"/>
            <a:ext cx="0" cy="17463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3" name="Line 71">
            <a:extLst>
              <a:ext uri="{FF2B5EF4-FFF2-40B4-BE49-F238E27FC236}">
                <a16:creationId xmlns:a16="http://schemas.microsoft.com/office/drawing/2014/main" id="{CA40AA53-077F-4419-AC21-98EAAA8DC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2918" y="1501776"/>
            <a:ext cx="0" cy="17463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4" name="Rectangle 72">
            <a:extLst>
              <a:ext uri="{FF2B5EF4-FFF2-40B4-BE49-F238E27FC236}">
                <a16:creationId xmlns:a16="http://schemas.microsoft.com/office/drawing/2014/main" id="{322A9421-B346-4E72-9031-6F369B00E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843" y="3322638"/>
            <a:ext cx="3238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-0.5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ectangle 73">
            <a:extLst>
              <a:ext uri="{FF2B5EF4-FFF2-40B4-BE49-F238E27FC236}">
                <a16:creationId xmlns:a16="http://schemas.microsoft.com/office/drawing/2014/main" id="{B79D89C4-3B0E-4F3F-85AC-1A80D7CCB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455" y="3322638"/>
            <a:ext cx="152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74">
            <a:extLst>
              <a:ext uri="{FF2B5EF4-FFF2-40B4-BE49-F238E27FC236}">
                <a16:creationId xmlns:a16="http://schemas.microsoft.com/office/drawing/2014/main" id="{5E8A7BCA-F2A7-41FF-BEDA-E02149414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143" y="3322638"/>
            <a:ext cx="2762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" name="Line 76">
            <a:extLst>
              <a:ext uri="{FF2B5EF4-FFF2-40B4-BE49-F238E27FC236}">
                <a16:creationId xmlns:a16="http://schemas.microsoft.com/office/drawing/2014/main" id="{05645C3B-0003-48F4-9D0C-5BF961909D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6193" y="1501776"/>
            <a:ext cx="0" cy="173355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9" name="Line 77">
            <a:extLst>
              <a:ext uri="{FF2B5EF4-FFF2-40B4-BE49-F238E27FC236}">
                <a16:creationId xmlns:a16="http://schemas.microsoft.com/office/drawing/2014/main" id="{B97AA6AD-213F-4BDC-AEC2-3DF9D01B2A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2918" y="1501776"/>
            <a:ext cx="0" cy="173355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0" name="Line 78">
            <a:extLst>
              <a:ext uri="{FF2B5EF4-FFF2-40B4-BE49-F238E27FC236}">
                <a16:creationId xmlns:a16="http://schemas.microsoft.com/office/drawing/2014/main" id="{903235B5-BD51-407E-9EF4-01B95B966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93" y="3235326"/>
            <a:ext cx="19050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1" name="Line 79">
            <a:extLst>
              <a:ext uri="{FF2B5EF4-FFF2-40B4-BE49-F238E27FC236}">
                <a16:creationId xmlns:a16="http://schemas.microsoft.com/office/drawing/2014/main" id="{9D6CB9CF-9902-4B81-A5C8-8216A13CB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93" y="2390776"/>
            <a:ext cx="19050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2" name="Line 80">
            <a:extLst>
              <a:ext uri="{FF2B5EF4-FFF2-40B4-BE49-F238E27FC236}">
                <a16:creationId xmlns:a16="http://schemas.microsoft.com/office/drawing/2014/main" id="{71A52965-30A4-4234-A60F-90BCA8B0B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93" y="1546226"/>
            <a:ext cx="19050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3" name="Line 81">
            <a:extLst>
              <a:ext uri="{FF2B5EF4-FFF2-40B4-BE49-F238E27FC236}">
                <a16:creationId xmlns:a16="http://schemas.microsoft.com/office/drawing/2014/main" id="{388AAF31-3E2C-468A-A867-132014AF98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5455" y="3235326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4" name="Line 82">
            <a:extLst>
              <a:ext uri="{FF2B5EF4-FFF2-40B4-BE49-F238E27FC236}">
                <a16:creationId xmlns:a16="http://schemas.microsoft.com/office/drawing/2014/main" id="{2432893F-68DC-4F65-896F-C9D85801B9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5455" y="2390776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5" name="Line 83">
            <a:extLst>
              <a:ext uri="{FF2B5EF4-FFF2-40B4-BE49-F238E27FC236}">
                <a16:creationId xmlns:a16="http://schemas.microsoft.com/office/drawing/2014/main" id="{441772B3-D36C-4F56-B7BD-6374151ADF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5455" y="1546226"/>
            <a:ext cx="1746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92FB2A1-9D8A-4CFF-93D7-0C87C975CFD3}"/>
              </a:ext>
            </a:extLst>
          </p:cNvPr>
          <p:cNvSpPr txBox="1"/>
          <p:nvPr/>
        </p:nvSpPr>
        <p:spPr>
          <a:xfrm rot="16200000">
            <a:off x="1917390" y="2230051"/>
            <a:ext cx="1428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Probability density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F50EFC5-82CB-4ADD-8929-0F8E85807F72}"/>
                  </a:ext>
                </a:extLst>
              </p:cNvPr>
              <p:cNvSpPr txBox="1"/>
              <p:nvPr/>
            </p:nvSpPr>
            <p:spPr>
              <a:xfrm>
                <a:off x="3543667" y="3510772"/>
                <a:ext cx="3504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F50EFC5-82CB-4ADD-8929-0F8E85807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667" y="3510772"/>
                <a:ext cx="350416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012A86F-0D1F-4A91-A59F-2B9455B4EA36}"/>
                  </a:ext>
                </a:extLst>
              </p:cNvPr>
              <p:cNvSpPr txBox="1"/>
              <p:nvPr/>
            </p:nvSpPr>
            <p:spPr>
              <a:xfrm>
                <a:off x="6328877" y="3510772"/>
                <a:ext cx="3521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012A86F-0D1F-4A91-A59F-2B9455B4E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877" y="3510772"/>
                <a:ext cx="35214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2CDEB22-CA48-40DC-BAEF-1F3136FB8512}"/>
                  </a:ext>
                </a:extLst>
              </p:cNvPr>
              <p:cNvSpPr txBox="1"/>
              <p:nvPr/>
            </p:nvSpPr>
            <p:spPr>
              <a:xfrm>
                <a:off x="3126266" y="1260668"/>
                <a:ext cx="124046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−16,1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2CDEB22-CA48-40DC-BAEF-1F3136FB8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266" y="1260668"/>
                <a:ext cx="1240468" cy="184666"/>
              </a:xfrm>
              <a:prstGeom prst="rect">
                <a:avLst/>
              </a:prstGeom>
              <a:blipFill>
                <a:blip r:embed="rId4"/>
                <a:stretch>
                  <a:fillRect l="-2463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121EFD4-0ABC-4460-91B4-5D94FD195A60}"/>
                  </a:ext>
                </a:extLst>
              </p:cNvPr>
              <p:cNvSpPr txBox="1"/>
              <p:nvPr/>
            </p:nvSpPr>
            <p:spPr>
              <a:xfrm>
                <a:off x="5552264" y="1262384"/>
                <a:ext cx="189410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z="1200" b="0" i="0" smtClean="0">
                          <a:latin typeface="Cambria Math" panose="02040503050406030204" pitchFamily="18" charset="0"/>
                        </a:rPr>
                        <m:t>Lognormal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−16,1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121EFD4-0ABC-4460-91B4-5D94FD195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264" y="1262384"/>
                <a:ext cx="1894108" cy="184666"/>
              </a:xfrm>
              <a:prstGeom prst="rect">
                <a:avLst/>
              </a:prstGeom>
              <a:blipFill>
                <a:blip r:embed="rId5"/>
                <a:stretch>
                  <a:fillRect l="-322" t="-3333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9C69333-DF40-4C7C-B1CF-D9D815E53774}"/>
                  </a:ext>
                </a:extLst>
              </p:cNvPr>
              <p:cNvSpPr txBox="1"/>
              <p:nvPr/>
            </p:nvSpPr>
            <p:spPr>
              <a:xfrm>
                <a:off x="4576494" y="2230050"/>
                <a:ext cx="104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9C69333-DF40-4C7C-B1CF-D9D815E53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494" y="2230050"/>
                <a:ext cx="104535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Arrow: Right 120">
            <a:extLst>
              <a:ext uri="{FF2B5EF4-FFF2-40B4-BE49-F238E27FC236}">
                <a16:creationId xmlns:a16="http://schemas.microsoft.com/office/drawing/2014/main" id="{EE102A08-AD35-40A3-A9ED-832BCE43E4C1}"/>
              </a:ext>
            </a:extLst>
          </p:cNvPr>
          <p:cNvSpPr/>
          <p:nvPr/>
        </p:nvSpPr>
        <p:spPr>
          <a:xfrm>
            <a:off x="4706826" y="2507049"/>
            <a:ext cx="786387" cy="132712"/>
          </a:xfrm>
          <a:prstGeom prst="rightArrow">
            <a:avLst>
              <a:gd name="adj1" fmla="val 50000"/>
              <a:gd name="adj2" fmla="val 9988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1253D92-3DB4-484F-B37E-8BB210D6D69C}"/>
              </a:ext>
            </a:extLst>
          </p:cNvPr>
          <p:cNvCxnSpPr>
            <a:cxnSpLocks/>
          </p:cNvCxnSpPr>
          <p:nvPr/>
        </p:nvCxnSpPr>
        <p:spPr>
          <a:xfrm>
            <a:off x="3708398" y="1501776"/>
            <a:ext cx="0" cy="1743075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D9C983F-A189-471E-B504-8909E2084AA8}"/>
              </a:ext>
            </a:extLst>
          </p:cNvPr>
          <p:cNvCxnSpPr>
            <a:cxnSpLocks/>
          </p:cNvCxnSpPr>
          <p:nvPr/>
        </p:nvCxnSpPr>
        <p:spPr>
          <a:xfrm>
            <a:off x="6492968" y="1506538"/>
            <a:ext cx="0" cy="1743075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0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280BA6E-1BAC-4AFB-B83D-02EA9512214A}"/>
              </a:ext>
            </a:extLst>
          </p:cNvPr>
          <p:cNvGrpSpPr/>
          <p:nvPr/>
        </p:nvGrpSpPr>
        <p:grpSpPr>
          <a:xfrm>
            <a:off x="1381053" y="409618"/>
            <a:ext cx="5669343" cy="3832806"/>
            <a:chOff x="1381053" y="409618"/>
            <a:chExt cx="5669343" cy="3832806"/>
          </a:xfrm>
        </p:grpSpPr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0F837DF6-73FA-4C52-83B4-85E77203CE0F}"/>
                </a:ext>
              </a:extLst>
            </p:cNvPr>
            <p:cNvSpPr/>
            <p:nvPr/>
          </p:nvSpPr>
          <p:spPr>
            <a:xfrm>
              <a:off x="1381053" y="409618"/>
              <a:ext cx="5669343" cy="38328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0F0496B3-2B04-4D24-913B-F2425A96B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413" y="728663"/>
              <a:ext cx="4140200" cy="3232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CACE048A-6B95-4230-B1F1-386F99AA6A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0038" y="747713"/>
              <a:ext cx="4102100" cy="3222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58E42A7C-36DE-40E8-B9E6-75E28B0B6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587" y="485485"/>
              <a:ext cx="160300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cs typeface="Arial" panose="020B0604020202020204" pitchFamily="34" charset="0"/>
                </a:rPr>
                <a:t>Covariates (regressors)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1057" name="Left Brace 1056">
              <a:extLst>
                <a:ext uri="{FF2B5EF4-FFF2-40B4-BE49-F238E27FC236}">
                  <a16:creationId xmlns:a16="http://schemas.microsoft.com/office/drawing/2014/main" id="{BB53CDB9-EFFE-4E78-9AF6-5F9C1490E04B}"/>
                </a:ext>
              </a:extLst>
            </p:cNvPr>
            <p:cNvSpPr/>
            <p:nvPr/>
          </p:nvSpPr>
          <p:spPr>
            <a:xfrm>
              <a:off x="2726652" y="751850"/>
              <a:ext cx="98864" cy="852269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D928654C-BE97-4C22-ADF9-89E7B09AA1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5516" y="1604119"/>
              <a:ext cx="411662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B0653659-732B-47C8-8023-5F43450FE145}"/>
                </a:ext>
              </a:extLst>
            </p:cNvPr>
            <p:cNvSpPr txBox="1"/>
            <p:nvPr/>
          </p:nvSpPr>
          <p:spPr>
            <a:xfrm>
              <a:off x="1769260" y="1044926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Condition 1</a:t>
              </a:r>
            </a:p>
          </p:txBody>
        </p:sp>
        <p:sp>
          <p:nvSpPr>
            <p:cNvPr id="70" name="Left Brace 69">
              <a:extLst>
                <a:ext uri="{FF2B5EF4-FFF2-40B4-BE49-F238E27FC236}">
                  <a16:creationId xmlns:a16="http://schemas.microsoft.com/office/drawing/2014/main" id="{7713417F-F837-4CFC-B220-A9582A53691B}"/>
                </a:ext>
              </a:extLst>
            </p:cNvPr>
            <p:cNvSpPr/>
            <p:nvPr/>
          </p:nvSpPr>
          <p:spPr>
            <a:xfrm>
              <a:off x="2728656" y="1627306"/>
              <a:ext cx="98864" cy="852269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51E45FF-08F8-43B4-B7AA-34EB406A1D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7520" y="2479575"/>
              <a:ext cx="411662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7A0E658-81B9-4457-AAED-517384594B97}"/>
                </a:ext>
              </a:extLst>
            </p:cNvPr>
            <p:cNvSpPr txBox="1"/>
            <p:nvPr/>
          </p:nvSpPr>
          <p:spPr>
            <a:xfrm>
              <a:off x="1769260" y="1914940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Condition 2</a:t>
              </a:r>
            </a:p>
          </p:txBody>
        </p:sp>
        <p:sp>
          <p:nvSpPr>
            <p:cNvPr id="73" name="Left Brace 72">
              <a:extLst>
                <a:ext uri="{FF2B5EF4-FFF2-40B4-BE49-F238E27FC236}">
                  <a16:creationId xmlns:a16="http://schemas.microsoft.com/office/drawing/2014/main" id="{C70DF21A-FDC7-49A3-A2AF-B81D1530198E}"/>
                </a:ext>
              </a:extLst>
            </p:cNvPr>
            <p:cNvSpPr/>
            <p:nvPr/>
          </p:nvSpPr>
          <p:spPr>
            <a:xfrm>
              <a:off x="2728656" y="2498623"/>
              <a:ext cx="98864" cy="852269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E6FA24D-A5E1-4FFE-9AA1-96C7EA6E22DA}"/>
                </a:ext>
              </a:extLst>
            </p:cNvPr>
            <p:cNvSpPr txBox="1"/>
            <p:nvPr/>
          </p:nvSpPr>
          <p:spPr>
            <a:xfrm>
              <a:off x="1769260" y="2790395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Condition 3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D38BB4-DD77-4794-B2A1-C3F01DF8D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0038" y="3343109"/>
              <a:ext cx="411662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D97406A-FC6D-4921-94BF-F8C5150E6998}"/>
                </a:ext>
              </a:extLst>
            </p:cNvPr>
            <p:cNvSpPr txBox="1"/>
            <p:nvPr/>
          </p:nvSpPr>
          <p:spPr>
            <a:xfrm rot="5400000">
              <a:off x="2154818" y="3527350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3F0F9596-8A6D-4FBE-9DD4-855904267F80}"/>
                </a:ext>
              </a:extLst>
            </p:cNvPr>
            <p:cNvCxnSpPr/>
            <p:nvPr/>
          </p:nvCxnSpPr>
          <p:spPr>
            <a:xfrm>
              <a:off x="4083769" y="747713"/>
              <a:ext cx="0" cy="322262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96AE56C-282C-4464-B70C-0324AEB8343E}"/>
                </a:ext>
              </a:extLst>
            </p:cNvPr>
            <p:cNvCxnSpPr/>
            <p:nvPr/>
          </p:nvCxnSpPr>
          <p:spPr>
            <a:xfrm>
              <a:off x="5320209" y="746464"/>
              <a:ext cx="0" cy="322262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16F67F3-911E-433A-A790-8D6A80852470}"/>
                </a:ext>
              </a:extLst>
            </p:cNvPr>
            <p:cNvCxnSpPr/>
            <p:nvPr/>
          </p:nvCxnSpPr>
          <p:spPr>
            <a:xfrm>
              <a:off x="6573199" y="754456"/>
              <a:ext cx="0" cy="3222625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783DA44-2C01-4A1A-A703-85F35CF799F8}"/>
                </a:ext>
              </a:extLst>
            </p:cNvPr>
            <p:cNvSpPr txBox="1"/>
            <p:nvPr/>
          </p:nvSpPr>
          <p:spPr>
            <a:xfrm>
              <a:off x="2826400" y="3965425"/>
              <a:ext cx="1296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 bins 1…15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47617BE-304B-40E5-A9FA-2E97ADF4879A}"/>
                </a:ext>
              </a:extLst>
            </p:cNvPr>
            <p:cNvSpPr txBox="1"/>
            <p:nvPr/>
          </p:nvSpPr>
          <p:spPr>
            <a:xfrm>
              <a:off x="4079389" y="3965425"/>
              <a:ext cx="13090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 bins 1…15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F33A007-3F03-4718-B74E-1F2CD7DED244}"/>
                </a:ext>
              </a:extLst>
            </p:cNvPr>
            <p:cNvSpPr txBox="1"/>
            <p:nvPr/>
          </p:nvSpPr>
          <p:spPr>
            <a:xfrm>
              <a:off x="5310464" y="3965425"/>
              <a:ext cx="13090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 bins 1…15</a:t>
              </a:r>
            </a:p>
          </p:txBody>
        </p:sp>
        <p:sp>
          <p:nvSpPr>
            <p:cNvPr id="85" name="Rectangle 28">
              <a:extLst>
                <a:ext uri="{FF2B5EF4-FFF2-40B4-BE49-F238E27FC236}">
                  <a16:creationId xmlns:a16="http://schemas.microsoft.com/office/drawing/2014/main" id="{4C8CCA24-AD3E-4E14-9DAD-C460E54435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0538" y="2266692"/>
              <a:ext cx="1014701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cs typeface="Arial" panose="020B0604020202020204" pitchFamily="34" charset="0"/>
                </a:rPr>
                <a:t>Measurements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B8FC7F76-82B0-439E-8545-A937C32280C2}"/>
                </a:ext>
              </a:extLst>
            </p:cNvPr>
            <p:cNvSpPr txBox="1"/>
            <p:nvPr/>
          </p:nvSpPr>
          <p:spPr>
            <a:xfrm>
              <a:off x="6583337" y="3924045"/>
              <a:ext cx="3558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439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91BFAD-C7A0-453C-9D5C-088E6B3B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2" y="1252537"/>
            <a:ext cx="585787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2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15823</TotalTime>
  <Words>49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Zeidman, Peter</dc:creator>
  <cp:lastModifiedBy>Zeidman, Peter</cp:lastModifiedBy>
  <cp:revision>16</cp:revision>
  <dcterms:created xsi:type="dcterms:W3CDTF">2025-05-31T09:28:09Z</dcterms:created>
  <dcterms:modified xsi:type="dcterms:W3CDTF">2025-06-11T09:40:25Z</dcterms:modified>
</cp:coreProperties>
</file>